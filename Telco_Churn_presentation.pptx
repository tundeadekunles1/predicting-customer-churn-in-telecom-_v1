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8" r:id="rId1"/>
  </p:sldMasterIdLst>
  <p:notesMasterIdLst>
    <p:notesMasterId r:id="rId15"/>
  </p:notesMasterIdLst>
  <p:sldIdLst>
    <p:sldId id="264" r:id="rId2"/>
    <p:sldId id="256" r:id="rId3"/>
    <p:sldId id="265" r:id="rId4"/>
    <p:sldId id="268" r:id="rId5"/>
    <p:sldId id="266" r:id="rId6"/>
    <p:sldId id="257" r:id="rId7"/>
    <p:sldId id="259" r:id="rId8"/>
    <p:sldId id="262" r:id="rId9"/>
    <p:sldId id="260" r:id="rId10"/>
    <p:sldId id="258" r:id="rId11"/>
    <p:sldId id="263" r:id="rId12"/>
    <p:sldId id="261" r:id="rId13"/>
    <p:sldId id="267" r:id="rId1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B1FA79-9FD9-42FC-AB59-C06C0F10918B}" v="69" dt="2026-01-15T14:23:13.544"/>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10"/>
  </p:normalViewPr>
  <p:slideViewPr>
    <p:cSldViewPr snapToGrid="0" snapToObjects="1">
      <p:cViewPr varScale="1">
        <p:scale>
          <a:sx n="75" d="100"/>
          <a:sy n="75" d="100"/>
        </p:scale>
        <p:origin x="135"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likisu Wunmi Olatunji" userId="d31b1cfb2fd0fa15" providerId="LiveId" clId="{2760CF1F-7720-4B78-9459-5710AC9A8170}"/>
    <pc:docChg chg="undo custSel modSld">
      <pc:chgData name="Bilikisu Wunmi Olatunji" userId="d31b1cfb2fd0fa15" providerId="LiveId" clId="{2760CF1F-7720-4B78-9459-5710AC9A8170}" dt="2026-01-15T14:28:45.622" v="768" actId="14100"/>
      <pc:docMkLst>
        <pc:docMk/>
      </pc:docMkLst>
      <pc:sldChg chg="addSp modSp mod">
        <pc:chgData name="Bilikisu Wunmi Olatunji" userId="d31b1cfb2fd0fa15" providerId="LiveId" clId="{2760CF1F-7720-4B78-9459-5710AC9A8170}" dt="2026-01-15T09:06:09.236" v="100" actId="20577"/>
        <pc:sldMkLst>
          <pc:docMk/>
          <pc:sldMk cId="0" sldId="256"/>
        </pc:sldMkLst>
        <pc:spChg chg="add mod">
          <ac:chgData name="Bilikisu Wunmi Olatunji" userId="d31b1cfb2fd0fa15" providerId="LiveId" clId="{2760CF1F-7720-4B78-9459-5710AC9A8170}" dt="2026-01-15T07:51:07.588" v="3" actId="20577"/>
          <ac:spMkLst>
            <pc:docMk/>
            <pc:sldMk cId="0" sldId="256"/>
            <ac:spMk id="3" creationId="{0887BEBD-D299-3639-1C44-7F94F2508057}"/>
          </ac:spMkLst>
        </pc:spChg>
        <pc:spChg chg="mod">
          <ac:chgData name="Bilikisu Wunmi Olatunji" userId="d31b1cfb2fd0fa15" providerId="LiveId" clId="{2760CF1F-7720-4B78-9459-5710AC9A8170}" dt="2026-01-15T09:06:09.236" v="100" actId="20577"/>
          <ac:spMkLst>
            <pc:docMk/>
            <pc:sldMk cId="0" sldId="256"/>
            <ac:spMk id="16" creationId="{57D5BA0F-4D43-B8A8-CE06-CA0D56466323}"/>
          </ac:spMkLst>
        </pc:spChg>
      </pc:sldChg>
      <pc:sldChg chg="addSp delSp modSp mod">
        <pc:chgData name="Bilikisu Wunmi Olatunji" userId="d31b1cfb2fd0fa15" providerId="LiveId" clId="{2760CF1F-7720-4B78-9459-5710AC9A8170}" dt="2026-01-15T11:53:33.074" v="312" actId="20577"/>
        <pc:sldMkLst>
          <pc:docMk/>
          <pc:sldMk cId="0" sldId="257"/>
        </pc:sldMkLst>
        <pc:spChg chg="mod">
          <ac:chgData name="Bilikisu Wunmi Olatunji" userId="d31b1cfb2fd0fa15" providerId="LiveId" clId="{2760CF1F-7720-4B78-9459-5710AC9A8170}" dt="2026-01-15T09:35:54.390" v="298" actId="1036"/>
          <ac:spMkLst>
            <pc:docMk/>
            <pc:sldMk cId="0" sldId="257"/>
            <ac:spMk id="4" creationId="{00000000-0000-0000-0000-000000000000}"/>
          </ac:spMkLst>
        </pc:spChg>
        <pc:spChg chg="del mod">
          <ac:chgData name="Bilikisu Wunmi Olatunji" userId="d31b1cfb2fd0fa15" providerId="LiveId" clId="{2760CF1F-7720-4B78-9459-5710AC9A8170}" dt="2026-01-15T09:35:29.182" v="285" actId="478"/>
          <ac:spMkLst>
            <pc:docMk/>
            <pc:sldMk cId="0" sldId="257"/>
            <ac:spMk id="6" creationId="{00000000-0000-0000-0000-000000000000}"/>
          </ac:spMkLst>
        </pc:spChg>
        <pc:spChg chg="add mod">
          <ac:chgData name="Bilikisu Wunmi Olatunji" userId="d31b1cfb2fd0fa15" providerId="LiveId" clId="{2760CF1F-7720-4B78-9459-5710AC9A8170}" dt="2026-01-15T07:54:45.616" v="18" actId="20577"/>
          <ac:spMkLst>
            <pc:docMk/>
            <pc:sldMk cId="0" sldId="257"/>
            <ac:spMk id="7" creationId="{7B57FD33-763F-E293-583B-798200CAC4BD}"/>
          </ac:spMkLst>
        </pc:spChg>
        <pc:spChg chg="mod">
          <ac:chgData name="Bilikisu Wunmi Olatunji" userId="d31b1cfb2fd0fa15" providerId="LiveId" clId="{2760CF1F-7720-4B78-9459-5710AC9A8170}" dt="2026-01-15T11:53:33.074" v="312" actId="20577"/>
          <ac:spMkLst>
            <pc:docMk/>
            <pc:sldMk cId="0" sldId="257"/>
            <ac:spMk id="9" creationId="{00000000-0000-0000-0000-000000000000}"/>
          </ac:spMkLst>
        </pc:spChg>
        <pc:spChg chg="add">
          <ac:chgData name="Bilikisu Wunmi Olatunji" userId="d31b1cfb2fd0fa15" providerId="LiveId" clId="{2760CF1F-7720-4B78-9459-5710AC9A8170}" dt="2026-01-15T09:34:01.326" v="240"/>
          <ac:spMkLst>
            <pc:docMk/>
            <pc:sldMk cId="0" sldId="257"/>
            <ac:spMk id="10" creationId="{DF466781-2D31-66A9-51D0-7F93322F06F3}"/>
          </ac:spMkLst>
        </pc:spChg>
        <pc:spChg chg="add">
          <ac:chgData name="Bilikisu Wunmi Olatunji" userId="d31b1cfb2fd0fa15" providerId="LiveId" clId="{2760CF1F-7720-4B78-9459-5710AC9A8170}" dt="2026-01-15T09:34:13.386" v="242"/>
          <ac:spMkLst>
            <pc:docMk/>
            <pc:sldMk cId="0" sldId="257"/>
            <ac:spMk id="11" creationId="{F29BC6FB-64CC-09BD-4B60-F1EAAA7ECAE5}"/>
          </ac:spMkLst>
        </pc:spChg>
        <pc:spChg chg="add del mod">
          <ac:chgData name="Bilikisu Wunmi Olatunji" userId="d31b1cfb2fd0fa15" providerId="LiveId" clId="{2760CF1F-7720-4B78-9459-5710AC9A8170}" dt="2026-01-15T09:35:29.186" v="287"/>
          <ac:spMkLst>
            <pc:docMk/>
            <pc:sldMk cId="0" sldId="257"/>
            <ac:spMk id="12" creationId="{350724D9-ED62-6851-15D5-178FBE8E4025}"/>
          </ac:spMkLst>
        </pc:spChg>
      </pc:sldChg>
      <pc:sldChg chg="addSp modSp mod">
        <pc:chgData name="Bilikisu Wunmi Olatunji" userId="d31b1cfb2fd0fa15" providerId="LiveId" clId="{2760CF1F-7720-4B78-9459-5710AC9A8170}" dt="2026-01-15T07:55:21.569" v="31" actId="20577"/>
        <pc:sldMkLst>
          <pc:docMk/>
          <pc:sldMk cId="0" sldId="258"/>
        </pc:sldMkLst>
        <pc:spChg chg="add mod">
          <ac:chgData name="Bilikisu Wunmi Olatunji" userId="d31b1cfb2fd0fa15" providerId="LiveId" clId="{2760CF1F-7720-4B78-9459-5710AC9A8170}" dt="2026-01-15T07:55:21.569" v="31" actId="20577"/>
          <ac:spMkLst>
            <pc:docMk/>
            <pc:sldMk cId="0" sldId="258"/>
            <ac:spMk id="2" creationId="{A3B607E7-C817-FDC9-ADCD-0036600F4A72}"/>
          </ac:spMkLst>
        </pc:spChg>
      </pc:sldChg>
      <pc:sldChg chg="addSp modSp mod">
        <pc:chgData name="Bilikisu Wunmi Olatunji" userId="d31b1cfb2fd0fa15" providerId="LiveId" clId="{2760CF1F-7720-4B78-9459-5710AC9A8170}" dt="2026-01-15T09:37:54.313" v="299" actId="33524"/>
        <pc:sldMkLst>
          <pc:docMk/>
          <pc:sldMk cId="0" sldId="259"/>
        </pc:sldMkLst>
        <pc:spChg chg="mod">
          <ac:chgData name="Bilikisu Wunmi Olatunji" userId="d31b1cfb2fd0fa15" providerId="LiveId" clId="{2760CF1F-7720-4B78-9459-5710AC9A8170}" dt="2026-01-15T09:37:54.313" v="299" actId="33524"/>
          <ac:spMkLst>
            <pc:docMk/>
            <pc:sldMk cId="0" sldId="259"/>
            <ac:spMk id="12" creationId="{7672EA63-0C30-8706-9424-0258CE8DB294}"/>
          </ac:spMkLst>
        </pc:spChg>
        <pc:spChg chg="add mod">
          <ac:chgData name="Bilikisu Wunmi Olatunji" userId="d31b1cfb2fd0fa15" providerId="LiveId" clId="{2760CF1F-7720-4B78-9459-5710AC9A8170}" dt="2026-01-15T07:54:55.041" v="21" actId="20577"/>
          <ac:spMkLst>
            <pc:docMk/>
            <pc:sldMk cId="0" sldId="259"/>
            <ac:spMk id="13" creationId="{0CDBE19E-56ED-02F2-4485-882E4EB9A94A}"/>
          </ac:spMkLst>
        </pc:spChg>
      </pc:sldChg>
      <pc:sldChg chg="addSp delSp modSp mod">
        <pc:chgData name="Bilikisu Wunmi Olatunji" userId="d31b1cfb2fd0fa15" providerId="LiveId" clId="{2760CF1F-7720-4B78-9459-5710AC9A8170}" dt="2026-01-15T14:07:27.871" v="596" actId="20577"/>
        <pc:sldMkLst>
          <pc:docMk/>
          <pc:sldMk cId="0" sldId="260"/>
        </pc:sldMkLst>
        <pc:spChg chg="add mod">
          <ac:chgData name="Bilikisu Wunmi Olatunji" userId="d31b1cfb2fd0fa15" providerId="LiveId" clId="{2760CF1F-7720-4B78-9459-5710AC9A8170}" dt="2026-01-15T07:55:12.631" v="27" actId="20577"/>
          <ac:spMkLst>
            <pc:docMk/>
            <pc:sldMk cId="0" sldId="260"/>
            <ac:spMk id="2" creationId="{EF555259-B15B-DC34-DF67-2408E51C819B}"/>
          </ac:spMkLst>
        </pc:spChg>
        <pc:spChg chg="del mod">
          <ac:chgData name="Bilikisu Wunmi Olatunji" userId="d31b1cfb2fd0fa15" providerId="LiveId" clId="{2760CF1F-7720-4B78-9459-5710AC9A8170}" dt="2026-01-15T13:58:03.891" v="353" actId="478"/>
          <ac:spMkLst>
            <pc:docMk/>
            <pc:sldMk cId="0" sldId="260"/>
            <ac:spMk id="7" creationId="{F44AA6DF-FA1C-A66A-20A3-9F08E6738C50}"/>
          </ac:spMkLst>
        </pc:spChg>
        <pc:spChg chg="mod">
          <ac:chgData name="Bilikisu Wunmi Olatunji" userId="d31b1cfb2fd0fa15" providerId="LiveId" clId="{2760CF1F-7720-4B78-9459-5710AC9A8170}" dt="2026-01-15T14:07:27.871" v="596" actId="20577"/>
          <ac:spMkLst>
            <pc:docMk/>
            <pc:sldMk cId="0" sldId="260"/>
            <ac:spMk id="9" creationId="{82762771-F5F4-DC4C-C71C-9A7B7F195DE8}"/>
          </ac:spMkLst>
        </pc:spChg>
        <pc:spChg chg="mod">
          <ac:chgData name="Bilikisu Wunmi Olatunji" userId="d31b1cfb2fd0fa15" providerId="LiveId" clId="{2760CF1F-7720-4B78-9459-5710AC9A8170}" dt="2026-01-15T14:07:04.907" v="593" actId="1036"/>
          <ac:spMkLst>
            <pc:docMk/>
            <pc:sldMk cId="0" sldId="260"/>
            <ac:spMk id="10" creationId="{60CDD20F-7DD0-6B34-D6D1-EA35C8956710}"/>
          </ac:spMkLst>
        </pc:spChg>
        <pc:spChg chg="mod">
          <ac:chgData name="Bilikisu Wunmi Olatunji" userId="d31b1cfb2fd0fa15" providerId="LiveId" clId="{2760CF1F-7720-4B78-9459-5710AC9A8170}" dt="2026-01-15T14:07:04.907" v="593" actId="1036"/>
          <ac:spMkLst>
            <pc:docMk/>
            <pc:sldMk cId="0" sldId="260"/>
            <ac:spMk id="11" creationId="{F4C3266A-A066-6F1B-E13F-EA75EE870CE1}"/>
          </ac:spMkLst>
        </pc:spChg>
        <pc:spChg chg="mod">
          <ac:chgData name="Bilikisu Wunmi Olatunji" userId="d31b1cfb2fd0fa15" providerId="LiveId" clId="{2760CF1F-7720-4B78-9459-5710AC9A8170}" dt="2026-01-15T14:07:04.907" v="593" actId="1036"/>
          <ac:spMkLst>
            <pc:docMk/>
            <pc:sldMk cId="0" sldId="260"/>
            <ac:spMk id="12" creationId="{FEAE7D09-06D4-6732-8D1F-FF73ED43ACA3}"/>
          </ac:spMkLst>
        </pc:spChg>
        <pc:spChg chg="mod">
          <ac:chgData name="Bilikisu Wunmi Olatunji" userId="d31b1cfb2fd0fa15" providerId="LiveId" clId="{2760CF1F-7720-4B78-9459-5710AC9A8170}" dt="2026-01-15T14:07:04.907" v="593" actId="1036"/>
          <ac:spMkLst>
            <pc:docMk/>
            <pc:sldMk cId="0" sldId="260"/>
            <ac:spMk id="13" creationId="{11D2BCAD-DEBD-F7F2-BF15-7A18C7567100}"/>
          </ac:spMkLst>
        </pc:spChg>
        <pc:spChg chg="mod">
          <ac:chgData name="Bilikisu Wunmi Olatunji" userId="d31b1cfb2fd0fa15" providerId="LiveId" clId="{2760CF1F-7720-4B78-9459-5710AC9A8170}" dt="2026-01-15T14:07:04.907" v="593" actId="1036"/>
          <ac:spMkLst>
            <pc:docMk/>
            <pc:sldMk cId="0" sldId="260"/>
            <ac:spMk id="14" creationId="{ADF58722-CDCE-4DAD-87EF-3E40BCFE9B2E}"/>
          </ac:spMkLst>
        </pc:spChg>
        <pc:spChg chg="mod">
          <ac:chgData name="Bilikisu Wunmi Olatunji" userId="d31b1cfb2fd0fa15" providerId="LiveId" clId="{2760CF1F-7720-4B78-9459-5710AC9A8170}" dt="2026-01-15T14:07:04.907" v="593" actId="1036"/>
          <ac:spMkLst>
            <pc:docMk/>
            <pc:sldMk cId="0" sldId="260"/>
            <ac:spMk id="15" creationId="{019AD543-72C9-557D-FE47-85E5328A7D03}"/>
          </ac:spMkLst>
        </pc:spChg>
        <pc:spChg chg="del mod">
          <ac:chgData name="Bilikisu Wunmi Olatunji" userId="d31b1cfb2fd0fa15" providerId="LiveId" clId="{2760CF1F-7720-4B78-9459-5710AC9A8170}" dt="2026-01-15T12:03:58.318" v="314" actId="478"/>
          <ac:spMkLst>
            <pc:docMk/>
            <pc:sldMk cId="0" sldId="260"/>
            <ac:spMk id="16" creationId="{1811D927-FA8A-BEB8-22D8-13F312A43A77}"/>
          </ac:spMkLst>
        </pc:spChg>
        <pc:spChg chg="add mod">
          <ac:chgData name="Bilikisu Wunmi Olatunji" userId="d31b1cfb2fd0fa15" providerId="LiveId" clId="{2760CF1F-7720-4B78-9459-5710AC9A8170}" dt="2026-01-15T14:07:04.907" v="593" actId="1036"/>
          <ac:spMkLst>
            <pc:docMk/>
            <pc:sldMk cId="0" sldId="260"/>
            <ac:spMk id="17" creationId="{EF7252B9-78FA-DC8F-D555-35A32EBDC833}"/>
          </ac:spMkLst>
        </pc:spChg>
        <pc:spChg chg="add del mod">
          <ac:chgData name="Bilikisu Wunmi Olatunji" userId="d31b1cfb2fd0fa15" providerId="LiveId" clId="{2760CF1F-7720-4B78-9459-5710AC9A8170}" dt="2026-01-15T13:58:45.720" v="359" actId="21"/>
          <ac:spMkLst>
            <pc:docMk/>
            <pc:sldMk cId="0" sldId="260"/>
            <ac:spMk id="18" creationId="{9E9BC5AE-B0A7-D36E-5EF1-96BF36ADE6E5}"/>
          </ac:spMkLst>
        </pc:spChg>
        <pc:spChg chg="del mod">
          <ac:chgData name="Bilikisu Wunmi Olatunji" userId="d31b1cfb2fd0fa15" providerId="LiveId" clId="{2760CF1F-7720-4B78-9459-5710AC9A8170}" dt="2026-01-15T12:03:58.318" v="314" actId="478"/>
          <ac:spMkLst>
            <pc:docMk/>
            <pc:sldMk cId="0" sldId="260"/>
            <ac:spMk id="19" creationId="{2358E7B3-97B7-410C-03DB-A81853F0E97E}"/>
          </ac:spMkLst>
        </pc:spChg>
        <pc:spChg chg="add del mod">
          <ac:chgData name="Bilikisu Wunmi Olatunji" userId="d31b1cfb2fd0fa15" providerId="LiveId" clId="{2760CF1F-7720-4B78-9459-5710AC9A8170}" dt="2026-01-15T14:00:46.465" v="417" actId="21"/>
          <ac:spMkLst>
            <pc:docMk/>
            <pc:sldMk cId="0" sldId="260"/>
            <ac:spMk id="21" creationId="{C6E0A233-08C0-4D57-4CFA-AF722242806C}"/>
          </ac:spMkLst>
        </pc:spChg>
        <pc:spChg chg="del mod">
          <ac:chgData name="Bilikisu Wunmi Olatunji" userId="d31b1cfb2fd0fa15" providerId="LiveId" clId="{2760CF1F-7720-4B78-9459-5710AC9A8170}" dt="2026-01-15T12:03:58.318" v="314" actId="478"/>
          <ac:spMkLst>
            <pc:docMk/>
            <pc:sldMk cId="0" sldId="260"/>
            <ac:spMk id="22" creationId="{B3FC9823-ABB3-BD31-E100-C39EF70EAC34}"/>
          </ac:spMkLst>
        </pc:spChg>
        <pc:spChg chg="add mod">
          <ac:chgData name="Bilikisu Wunmi Olatunji" userId="d31b1cfb2fd0fa15" providerId="LiveId" clId="{2760CF1F-7720-4B78-9459-5710AC9A8170}" dt="2026-01-15T13:59:52.998" v="367" actId="14100"/>
          <ac:spMkLst>
            <pc:docMk/>
            <pc:sldMk cId="0" sldId="260"/>
            <ac:spMk id="23" creationId="{9E9BC5AE-B0A7-D36E-5EF1-96BF36ADE6E5}"/>
          </ac:spMkLst>
        </pc:spChg>
        <pc:spChg chg="add del mod">
          <ac:chgData name="Bilikisu Wunmi Olatunji" userId="d31b1cfb2fd0fa15" providerId="LiveId" clId="{2760CF1F-7720-4B78-9459-5710AC9A8170}" dt="2026-01-15T14:06:08.997" v="499" actId="478"/>
          <ac:spMkLst>
            <pc:docMk/>
            <pc:sldMk cId="0" sldId="260"/>
            <ac:spMk id="24" creationId="{C6E0A233-08C0-4D57-4CFA-AF722242806C}"/>
          </ac:spMkLst>
        </pc:spChg>
      </pc:sldChg>
      <pc:sldChg chg="addSp delSp modSp mod">
        <pc:chgData name="Bilikisu Wunmi Olatunji" userId="d31b1cfb2fd0fa15" providerId="LiveId" clId="{2760CF1F-7720-4B78-9459-5710AC9A8170}" dt="2026-01-15T14:28:45.622" v="768" actId="14100"/>
        <pc:sldMkLst>
          <pc:docMk/>
          <pc:sldMk cId="0" sldId="261"/>
        </pc:sldMkLst>
        <pc:spChg chg="mod">
          <ac:chgData name="Bilikisu Wunmi Olatunji" userId="d31b1cfb2fd0fa15" providerId="LiveId" clId="{2760CF1F-7720-4B78-9459-5710AC9A8170}" dt="2026-01-15T14:27:47.328" v="757" actId="20577"/>
          <ac:spMkLst>
            <pc:docMk/>
            <pc:sldMk cId="0" sldId="261"/>
            <ac:spMk id="2" creationId="{00000000-0000-0000-0000-000000000000}"/>
          </ac:spMkLst>
        </pc:spChg>
        <pc:spChg chg="mod">
          <ac:chgData name="Bilikisu Wunmi Olatunji" userId="d31b1cfb2fd0fa15" providerId="LiveId" clId="{2760CF1F-7720-4B78-9459-5710AC9A8170}" dt="2026-01-15T14:28:45.622" v="768" actId="14100"/>
          <ac:spMkLst>
            <pc:docMk/>
            <pc:sldMk cId="0" sldId="261"/>
            <ac:spMk id="4" creationId="{00000000-0000-0000-0000-000000000000}"/>
          </ac:spMkLst>
        </pc:spChg>
        <pc:spChg chg="mod">
          <ac:chgData name="Bilikisu Wunmi Olatunji" userId="d31b1cfb2fd0fa15" providerId="LiveId" clId="{2760CF1F-7720-4B78-9459-5710AC9A8170}" dt="2026-01-15T14:28:26.829" v="765" actId="255"/>
          <ac:spMkLst>
            <pc:docMk/>
            <pc:sldMk cId="0" sldId="261"/>
            <ac:spMk id="5" creationId="{00000000-0000-0000-0000-000000000000}"/>
          </ac:spMkLst>
        </pc:spChg>
        <pc:spChg chg="mod">
          <ac:chgData name="Bilikisu Wunmi Olatunji" userId="d31b1cfb2fd0fa15" providerId="LiveId" clId="{2760CF1F-7720-4B78-9459-5710AC9A8170}" dt="2026-01-15T14:28:42.001" v="767" actId="14100"/>
          <ac:spMkLst>
            <pc:docMk/>
            <pc:sldMk cId="0" sldId="261"/>
            <ac:spMk id="6" creationId="{00000000-0000-0000-0000-000000000000}"/>
          </ac:spMkLst>
        </pc:spChg>
        <pc:spChg chg="del">
          <ac:chgData name="Bilikisu Wunmi Olatunji" userId="d31b1cfb2fd0fa15" providerId="LiveId" clId="{2760CF1F-7720-4B78-9459-5710AC9A8170}" dt="2026-01-15T14:28:00.914" v="760" actId="478"/>
          <ac:spMkLst>
            <pc:docMk/>
            <pc:sldMk cId="0" sldId="261"/>
            <ac:spMk id="7" creationId="{00000000-0000-0000-0000-000000000000}"/>
          </ac:spMkLst>
        </pc:spChg>
        <pc:spChg chg="del">
          <ac:chgData name="Bilikisu Wunmi Olatunji" userId="d31b1cfb2fd0fa15" providerId="LiveId" clId="{2760CF1F-7720-4B78-9459-5710AC9A8170}" dt="2026-01-15T14:27:58.557" v="759" actId="478"/>
          <ac:spMkLst>
            <pc:docMk/>
            <pc:sldMk cId="0" sldId="261"/>
            <ac:spMk id="8" creationId="{00000000-0000-0000-0000-000000000000}"/>
          </ac:spMkLst>
        </pc:spChg>
        <pc:spChg chg="del">
          <ac:chgData name="Bilikisu Wunmi Olatunji" userId="d31b1cfb2fd0fa15" providerId="LiveId" clId="{2760CF1F-7720-4B78-9459-5710AC9A8170}" dt="2026-01-15T14:27:53.742" v="758" actId="478"/>
          <ac:spMkLst>
            <pc:docMk/>
            <pc:sldMk cId="0" sldId="261"/>
            <ac:spMk id="9" creationId="{00000000-0000-0000-0000-000000000000}"/>
          </ac:spMkLst>
        </pc:spChg>
        <pc:spChg chg="add mod">
          <ac:chgData name="Bilikisu Wunmi Olatunji" userId="d31b1cfb2fd0fa15" providerId="LiveId" clId="{2760CF1F-7720-4B78-9459-5710AC9A8170}" dt="2026-01-15T07:55:37.906" v="39" actId="20577"/>
          <ac:spMkLst>
            <pc:docMk/>
            <pc:sldMk cId="0" sldId="261"/>
            <ac:spMk id="10" creationId="{982B54E8-D7DC-0C54-36CD-4AB2CAA11161}"/>
          </ac:spMkLst>
        </pc:spChg>
      </pc:sldChg>
      <pc:sldChg chg="addSp delSp modSp mod">
        <pc:chgData name="Bilikisu Wunmi Olatunji" userId="d31b1cfb2fd0fa15" providerId="LiveId" clId="{2760CF1F-7720-4B78-9459-5710AC9A8170}" dt="2026-01-15T13:56:18.316" v="352" actId="14100"/>
        <pc:sldMkLst>
          <pc:docMk/>
          <pc:sldMk cId="3616541210" sldId="262"/>
        </pc:sldMkLst>
        <pc:spChg chg="add mod">
          <ac:chgData name="Bilikisu Wunmi Olatunji" userId="d31b1cfb2fd0fa15" providerId="LiveId" clId="{2760CF1F-7720-4B78-9459-5710AC9A8170}" dt="2026-01-15T07:55:02.728" v="24" actId="20577"/>
          <ac:spMkLst>
            <pc:docMk/>
            <pc:sldMk cId="3616541210" sldId="262"/>
            <ac:spMk id="2" creationId="{0A1C6808-A559-9AC5-4A49-9A186C95BE11}"/>
          </ac:spMkLst>
        </pc:spChg>
        <pc:spChg chg="add del mod">
          <ac:chgData name="Bilikisu Wunmi Olatunji" userId="d31b1cfb2fd0fa15" providerId="LiveId" clId="{2760CF1F-7720-4B78-9459-5710AC9A8170}" dt="2026-01-15T13:55:53.268" v="349" actId="478"/>
          <ac:spMkLst>
            <pc:docMk/>
            <pc:sldMk cId="3616541210" sldId="262"/>
            <ac:spMk id="5" creationId="{BC994B2C-8025-1FA7-2C65-85871F32B20B}"/>
          </ac:spMkLst>
        </pc:spChg>
        <pc:spChg chg="add del mod">
          <ac:chgData name="Bilikisu Wunmi Olatunji" userId="d31b1cfb2fd0fa15" providerId="LiveId" clId="{2760CF1F-7720-4B78-9459-5710AC9A8170}" dt="2026-01-15T13:56:11.659" v="351" actId="478"/>
          <ac:spMkLst>
            <pc:docMk/>
            <pc:sldMk cId="3616541210" sldId="262"/>
            <ac:spMk id="7" creationId="{C5D95125-F762-1403-67BD-0A1F845AE543}"/>
          </ac:spMkLst>
        </pc:spChg>
        <pc:spChg chg="mod">
          <ac:chgData name="Bilikisu Wunmi Olatunji" userId="d31b1cfb2fd0fa15" providerId="LiveId" clId="{2760CF1F-7720-4B78-9459-5710AC9A8170}" dt="2026-01-15T09:40:24.661" v="300" actId="20577"/>
          <ac:spMkLst>
            <pc:docMk/>
            <pc:sldMk cId="3616541210" sldId="262"/>
            <ac:spMk id="17" creationId="{A7F1BC4E-7476-7120-72A6-1EED6A8A2B01}"/>
          </ac:spMkLst>
        </pc:spChg>
        <pc:spChg chg="mod">
          <ac:chgData name="Bilikisu Wunmi Olatunji" userId="d31b1cfb2fd0fa15" providerId="LiveId" clId="{2760CF1F-7720-4B78-9459-5710AC9A8170}" dt="2026-01-15T13:33:30.115" v="323" actId="255"/>
          <ac:spMkLst>
            <pc:docMk/>
            <pc:sldMk cId="3616541210" sldId="262"/>
            <ac:spMk id="18" creationId="{41E6F4BE-F5DB-28F9-BB3A-721446C046E4}"/>
          </ac:spMkLst>
        </pc:spChg>
        <pc:spChg chg="mod">
          <ac:chgData name="Bilikisu Wunmi Olatunji" userId="d31b1cfb2fd0fa15" providerId="LiveId" clId="{2760CF1F-7720-4B78-9459-5710AC9A8170}" dt="2026-01-15T13:34:09.322" v="341" actId="20577"/>
          <ac:spMkLst>
            <pc:docMk/>
            <pc:sldMk cId="3616541210" sldId="262"/>
            <ac:spMk id="23" creationId="{05C4898C-FEE0-32E8-CE59-F1B3BC57B533}"/>
          </ac:spMkLst>
        </pc:spChg>
        <pc:picChg chg="add mod">
          <ac:chgData name="Bilikisu Wunmi Olatunji" userId="d31b1cfb2fd0fa15" providerId="LiveId" clId="{2760CF1F-7720-4B78-9459-5710AC9A8170}" dt="2026-01-15T13:56:18.316" v="352" actId="14100"/>
          <ac:picMkLst>
            <pc:docMk/>
            <pc:sldMk cId="3616541210" sldId="262"/>
            <ac:picMk id="4" creationId="{51659287-790F-72FE-ECEA-2E1F29863142}"/>
          </ac:picMkLst>
        </pc:picChg>
      </pc:sldChg>
      <pc:sldChg chg="addSp delSp modSp mod">
        <pc:chgData name="Bilikisu Wunmi Olatunji" userId="d31b1cfb2fd0fa15" providerId="LiveId" clId="{2760CF1F-7720-4B78-9459-5710AC9A8170}" dt="2026-01-15T14:24:33.759" v="756" actId="255"/>
        <pc:sldMkLst>
          <pc:docMk/>
          <pc:sldMk cId="2117386102" sldId="263"/>
        </pc:sldMkLst>
        <pc:spChg chg="mod">
          <ac:chgData name="Bilikisu Wunmi Olatunji" userId="d31b1cfb2fd0fa15" providerId="LiveId" clId="{2760CF1F-7720-4B78-9459-5710AC9A8170}" dt="2026-01-15T14:22:05.053" v="720" actId="20577"/>
          <ac:spMkLst>
            <pc:docMk/>
            <pc:sldMk cId="2117386102" sldId="263"/>
            <ac:spMk id="2" creationId="{80B95CC0-3154-20C5-85EF-C7018BFC2AD0}"/>
          </ac:spMkLst>
        </pc:spChg>
        <pc:spChg chg="add del">
          <ac:chgData name="Bilikisu Wunmi Olatunji" userId="d31b1cfb2fd0fa15" providerId="LiveId" clId="{2760CF1F-7720-4B78-9459-5710AC9A8170}" dt="2026-01-15T14:20:47.269" v="704" actId="478"/>
          <ac:spMkLst>
            <pc:docMk/>
            <pc:sldMk cId="2117386102" sldId="263"/>
            <ac:spMk id="3" creationId="{A67D34BF-B254-EA94-E669-4A33A71019D3}"/>
          </ac:spMkLst>
        </pc:spChg>
        <pc:spChg chg="mod">
          <ac:chgData name="Bilikisu Wunmi Olatunji" userId="d31b1cfb2fd0fa15" providerId="LiveId" clId="{2760CF1F-7720-4B78-9459-5710AC9A8170}" dt="2026-01-15T14:23:20.694" v="743" actId="14100"/>
          <ac:spMkLst>
            <pc:docMk/>
            <pc:sldMk cId="2117386102" sldId="263"/>
            <ac:spMk id="4" creationId="{54E70AEF-4D5F-FE9B-4244-3A07FD368477}"/>
          </ac:spMkLst>
        </pc:spChg>
        <pc:spChg chg="mod">
          <ac:chgData name="Bilikisu Wunmi Olatunji" userId="d31b1cfb2fd0fa15" providerId="LiveId" clId="{2760CF1F-7720-4B78-9459-5710AC9A8170}" dt="2026-01-15T14:23:57.039" v="750" actId="14100"/>
          <ac:spMkLst>
            <pc:docMk/>
            <pc:sldMk cId="2117386102" sldId="263"/>
            <ac:spMk id="5" creationId="{261A886C-2324-CAFB-14CE-B2610449BD58}"/>
          </ac:spMkLst>
        </pc:spChg>
        <pc:spChg chg="mod">
          <ac:chgData name="Bilikisu Wunmi Olatunji" userId="d31b1cfb2fd0fa15" providerId="LiveId" clId="{2760CF1F-7720-4B78-9459-5710AC9A8170}" dt="2026-01-15T14:23:30.988" v="745" actId="255"/>
          <ac:spMkLst>
            <pc:docMk/>
            <pc:sldMk cId="2117386102" sldId="263"/>
            <ac:spMk id="6" creationId="{00436AC6-C732-3B55-F90B-2D78DF1C7291}"/>
          </ac:spMkLst>
        </pc:spChg>
        <pc:spChg chg="mod">
          <ac:chgData name="Bilikisu Wunmi Olatunji" userId="d31b1cfb2fd0fa15" providerId="LiveId" clId="{2760CF1F-7720-4B78-9459-5710AC9A8170}" dt="2026-01-15T14:23:49.774" v="749" actId="14100"/>
          <ac:spMkLst>
            <pc:docMk/>
            <pc:sldMk cId="2117386102" sldId="263"/>
            <ac:spMk id="7" creationId="{CDDC40CB-8158-9E1A-D482-0B76830B3749}"/>
          </ac:spMkLst>
        </pc:spChg>
        <pc:spChg chg="mod">
          <ac:chgData name="Bilikisu Wunmi Olatunji" userId="d31b1cfb2fd0fa15" providerId="LiveId" clId="{2760CF1F-7720-4B78-9459-5710AC9A8170}" dt="2026-01-15T14:24:33.759" v="756" actId="255"/>
          <ac:spMkLst>
            <pc:docMk/>
            <pc:sldMk cId="2117386102" sldId="263"/>
            <ac:spMk id="8" creationId="{E328DA4C-6B23-5E0C-253E-F6B6DF372935}"/>
          </ac:spMkLst>
        </pc:spChg>
        <pc:spChg chg="mod">
          <ac:chgData name="Bilikisu Wunmi Olatunji" userId="d31b1cfb2fd0fa15" providerId="LiveId" clId="{2760CF1F-7720-4B78-9459-5710AC9A8170}" dt="2026-01-15T14:24:11.380" v="752" actId="255"/>
          <ac:spMkLst>
            <pc:docMk/>
            <pc:sldMk cId="2117386102" sldId="263"/>
            <ac:spMk id="9" creationId="{07DED70A-AB48-4A43-7D75-5B31566475FC}"/>
          </ac:spMkLst>
        </pc:spChg>
        <pc:spChg chg="del">
          <ac:chgData name="Bilikisu Wunmi Olatunji" userId="d31b1cfb2fd0fa15" providerId="LiveId" clId="{2760CF1F-7720-4B78-9459-5710AC9A8170}" dt="2026-01-15T12:15:30.675" v="315" actId="478"/>
          <ac:spMkLst>
            <pc:docMk/>
            <pc:sldMk cId="2117386102" sldId="263"/>
            <ac:spMk id="10" creationId="{56D11AEE-CA98-DC92-6023-3694010FB18C}"/>
          </ac:spMkLst>
        </pc:spChg>
        <pc:spChg chg="del">
          <ac:chgData name="Bilikisu Wunmi Olatunji" userId="d31b1cfb2fd0fa15" providerId="LiveId" clId="{2760CF1F-7720-4B78-9459-5710AC9A8170}" dt="2026-01-15T12:15:30.675" v="315" actId="478"/>
          <ac:spMkLst>
            <pc:docMk/>
            <pc:sldMk cId="2117386102" sldId="263"/>
            <ac:spMk id="11" creationId="{7BF125FB-244C-A48F-5B6B-90EE82E209DE}"/>
          </ac:spMkLst>
        </pc:spChg>
        <pc:spChg chg="del">
          <ac:chgData name="Bilikisu Wunmi Olatunji" userId="d31b1cfb2fd0fa15" providerId="LiveId" clId="{2760CF1F-7720-4B78-9459-5710AC9A8170}" dt="2026-01-15T12:15:30.675" v="315" actId="478"/>
          <ac:spMkLst>
            <pc:docMk/>
            <pc:sldMk cId="2117386102" sldId="263"/>
            <ac:spMk id="12" creationId="{2575D22A-1B3E-2B8C-4AF0-028D50B43D17}"/>
          </ac:spMkLst>
        </pc:spChg>
        <pc:spChg chg="del">
          <ac:chgData name="Bilikisu Wunmi Olatunji" userId="d31b1cfb2fd0fa15" providerId="LiveId" clId="{2760CF1F-7720-4B78-9459-5710AC9A8170}" dt="2026-01-15T12:15:30.675" v="315" actId="478"/>
          <ac:spMkLst>
            <pc:docMk/>
            <pc:sldMk cId="2117386102" sldId="263"/>
            <ac:spMk id="13" creationId="{F7DC75B6-19B4-6A8B-E27D-E202223750BE}"/>
          </ac:spMkLst>
        </pc:spChg>
        <pc:spChg chg="del">
          <ac:chgData name="Bilikisu Wunmi Olatunji" userId="d31b1cfb2fd0fa15" providerId="LiveId" clId="{2760CF1F-7720-4B78-9459-5710AC9A8170}" dt="2026-01-15T12:15:30.675" v="315" actId="478"/>
          <ac:spMkLst>
            <pc:docMk/>
            <pc:sldMk cId="2117386102" sldId="263"/>
            <ac:spMk id="14" creationId="{3EF44508-1637-E207-1A4C-2565CA4C9DCE}"/>
          </ac:spMkLst>
        </pc:spChg>
        <pc:spChg chg="add mod">
          <ac:chgData name="Bilikisu Wunmi Olatunji" userId="d31b1cfb2fd0fa15" providerId="LiveId" clId="{2760CF1F-7720-4B78-9459-5710AC9A8170}" dt="2026-01-15T07:55:29.450" v="35" actId="20577"/>
          <ac:spMkLst>
            <pc:docMk/>
            <pc:sldMk cId="2117386102" sldId="263"/>
            <ac:spMk id="15" creationId="{177E5F18-A655-D4B7-CE6E-5CF5668B3688}"/>
          </ac:spMkLst>
        </pc:spChg>
        <pc:spChg chg="add del mod">
          <ac:chgData name="Bilikisu Wunmi Olatunji" userId="d31b1cfb2fd0fa15" providerId="LiveId" clId="{2760CF1F-7720-4B78-9459-5710AC9A8170}" dt="2026-01-15T14:11:21.043" v="602" actId="21"/>
          <ac:spMkLst>
            <pc:docMk/>
            <pc:sldMk cId="2117386102" sldId="263"/>
            <ac:spMk id="16" creationId="{CD37C16F-98FE-FC34-324E-E4FA5C0DB4FB}"/>
          </ac:spMkLst>
        </pc:spChg>
        <pc:spChg chg="add del mod">
          <ac:chgData name="Bilikisu Wunmi Olatunji" userId="d31b1cfb2fd0fa15" providerId="LiveId" clId="{2760CF1F-7720-4B78-9459-5710AC9A8170}" dt="2026-01-15T14:23:13.544" v="742" actId="478"/>
          <ac:spMkLst>
            <pc:docMk/>
            <pc:sldMk cId="2117386102" sldId="263"/>
            <ac:spMk id="18" creationId="{754E2895-4AF8-23D3-956D-500C66DD6D77}"/>
          </ac:spMkLst>
        </pc:spChg>
        <pc:spChg chg="add del mod">
          <ac:chgData name="Bilikisu Wunmi Olatunji" userId="d31b1cfb2fd0fa15" providerId="LiveId" clId="{2760CF1F-7720-4B78-9459-5710AC9A8170}" dt="2026-01-15T14:23:13.544" v="742" actId="478"/>
          <ac:spMkLst>
            <pc:docMk/>
            <pc:sldMk cId="2117386102" sldId="263"/>
            <ac:spMk id="19" creationId="{CD37C16F-98FE-FC34-324E-E4FA5C0DB4FB}"/>
          </ac:spMkLst>
        </pc:spChg>
        <pc:spChg chg="add del mod ord">
          <ac:chgData name="Bilikisu Wunmi Olatunji" userId="d31b1cfb2fd0fa15" providerId="LiveId" clId="{2760CF1F-7720-4B78-9459-5710AC9A8170}" dt="2026-01-15T14:23:13.544" v="742" actId="478"/>
          <ac:spMkLst>
            <pc:docMk/>
            <pc:sldMk cId="2117386102" sldId="263"/>
            <ac:spMk id="20" creationId="{9E430F9E-078F-AA54-BBA8-810EC6F08FFB}"/>
          </ac:spMkLst>
        </pc:spChg>
      </pc:sldChg>
      <pc:sldChg chg="delSp modSp mod">
        <pc:chgData name="Bilikisu Wunmi Olatunji" userId="d31b1cfb2fd0fa15" providerId="LiveId" clId="{2760CF1F-7720-4B78-9459-5710AC9A8170}" dt="2026-01-15T08:08:35.376" v="97" actId="20577"/>
        <pc:sldMkLst>
          <pc:docMk/>
          <pc:sldMk cId="3539913906" sldId="264"/>
        </pc:sldMkLst>
        <pc:spChg chg="del">
          <ac:chgData name="Bilikisu Wunmi Olatunji" userId="d31b1cfb2fd0fa15" providerId="LiveId" clId="{2760CF1F-7720-4B78-9459-5710AC9A8170}" dt="2026-01-15T08:08:28.638" v="91" actId="478"/>
          <ac:spMkLst>
            <pc:docMk/>
            <pc:sldMk cId="3539913906" sldId="264"/>
            <ac:spMk id="11" creationId="{D5775017-5DB7-71E6-9CA1-688881C7B8EB}"/>
          </ac:spMkLst>
        </pc:spChg>
        <pc:spChg chg="mod">
          <ac:chgData name="Bilikisu Wunmi Olatunji" userId="d31b1cfb2fd0fa15" providerId="LiveId" clId="{2760CF1F-7720-4B78-9459-5710AC9A8170}" dt="2026-01-15T08:08:35.376" v="97" actId="20577"/>
          <ac:spMkLst>
            <pc:docMk/>
            <pc:sldMk cId="3539913906" sldId="264"/>
            <ac:spMk id="13" creationId="{C5530B66-4704-D912-BEE1-FA515A5E070F}"/>
          </ac:spMkLst>
        </pc:spChg>
      </pc:sldChg>
      <pc:sldChg chg="addSp modSp mod">
        <pc:chgData name="Bilikisu Wunmi Olatunji" userId="d31b1cfb2fd0fa15" providerId="LiveId" clId="{2760CF1F-7720-4B78-9459-5710AC9A8170}" dt="2026-01-15T11:48:18.804" v="302" actId="20577"/>
        <pc:sldMkLst>
          <pc:docMk/>
          <pc:sldMk cId="1045164023" sldId="265"/>
        </pc:sldMkLst>
        <pc:spChg chg="mod">
          <ac:chgData name="Bilikisu Wunmi Olatunji" userId="d31b1cfb2fd0fa15" providerId="LiveId" clId="{2760CF1F-7720-4B78-9459-5710AC9A8170}" dt="2026-01-15T11:48:18.804" v="302" actId="20577"/>
          <ac:spMkLst>
            <pc:docMk/>
            <pc:sldMk cId="1045164023" sldId="265"/>
            <ac:spMk id="14" creationId="{D9BDB0B2-9CC4-4EAE-7036-47B0025A12C1}"/>
          </ac:spMkLst>
        </pc:spChg>
        <pc:spChg chg="add mod">
          <ac:chgData name="Bilikisu Wunmi Olatunji" userId="d31b1cfb2fd0fa15" providerId="LiveId" clId="{2760CF1F-7720-4B78-9459-5710AC9A8170}" dt="2026-01-15T07:51:24.511" v="7" actId="20577"/>
          <ac:spMkLst>
            <pc:docMk/>
            <pc:sldMk cId="1045164023" sldId="265"/>
            <ac:spMk id="15" creationId="{8FDCBD55-1B24-0E48-1622-C82B7442D27E}"/>
          </ac:spMkLst>
        </pc:spChg>
      </pc:sldChg>
      <pc:sldChg chg="addSp modSp mod">
        <pc:chgData name="Bilikisu Wunmi Olatunji" userId="d31b1cfb2fd0fa15" providerId="LiveId" clId="{2760CF1F-7720-4B78-9459-5710AC9A8170}" dt="2026-01-15T11:51:51.770" v="308" actId="20577"/>
        <pc:sldMkLst>
          <pc:docMk/>
          <pc:sldMk cId="1301555047" sldId="266"/>
        </pc:sldMkLst>
        <pc:spChg chg="mod">
          <ac:chgData name="Bilikisu Wunmi Olatunji" userId="d31b1cfb2fd0fa15" providerId="LiveId" clId="{2760CF1F-7720-4B78-9459-5710AC9A8170}" dt="2026-01-15T09:30:21.526" v="180" actId="20577"/>
          <ac:spMkLst>
            <pc:docMk/>
            <pc:sldMk cId="1301555047" sldId="266"/>
            <ac:spMk id="2" creationId="{90EFB4AA-E3A5-C8A2-EDA1-EE15A8E5077F}"/>
          </ac:spMkLst>
        </pc:spChg>
        <pc:spChg chg="add mod">
          <ac:chgData name="Bilikisu Wunmi Olatunji" userId="d31b1cfb2fd0fa15" providerId="LiveId" clId="{2760CF1F-7720-4B78-9459-5710AC9A8170}" dt="2026-01-15T07:54:37.475" v="15" actId="20577"/>
          <ac:spMkLst>
            <pc:docMk/>
            <pc:sldMk cId="1301555047" sldId="266"/>
            <ac:spMk id="3" creationId="{07BE8C33-A034-83C5-E40A-FB5D8B4486CA}"/>
          </ac:spMkLst>
        </pc:spChg>
        <pc:spChg chg="mod">
          <ac:chgData name="Bilikisu Wunmi Olatunji" userId="d31b1cfb2fd0fa15" providerId="LiveId" clId="{2760CF1F-7720-4B78-9459-5710AC9A8170}" dt="2026-01-15T11:49:40.834" v="304" actId="20577"/>
          <ac:spMkLst>
            <pc:docMk/>
            <pc:sldMk cId="1301555047" sldId="266"/>
            <ac:spMk id="14" creationId="{81972A21-4F6B-BC58-BBA6-2D5A3CF7E991}"/>
          </ac:spMkLst>
        </pc:spChg>
        <pc:spChg chg="mod">
          <ac:chgData name="Bilikisu Wunmi Olatunji" userId="d31b1cfb2fd0fa15" providerId="LiveId" clId="{2760CF1F-7720-4B78-9459-5710AC9A8170}" dt="2026-01-15T11:51:51.770" v="308" actId="20577"/>
          <ac:spMkLst>
            <pc:docMk/>
            <pc:sldMk cId="1301555047" sldId="266"/>
            <ac:spMk id="15" creationId="{65538DF3-2A26-40CC-E8E7-03A875D3B006}"/>
          </ac:spMkLst>
        </pc:spChg>
        <pc:spChg chg="mod">
          <ac:chgData name="Bilikisu Wunmi Olatunji" userId="d31b1cfb2fd0fa15" providerId="LiveId" clId="{2760CF1F-7720-4B78-9459-5710AC9A8170}" dt="2026-01-15T11:50:38.470" v="307" actId="20577"/>
          <ac:spMkLst>
            <pc:docMk/>
            <pc:sldMk cId="1301555047" sldId="266"/>
            <ac:spMk id="19" creationId="{EC40AF51-BF27-98FC-6245-1A6D75D30392}"/>
          </ac:spMkLst>
        </pc:spChg>
      </pc:sldChg>
      <pc:sldChg chg="addSp modSp mod">
        <pc:chgData name="Bilikisu Wunmi Olatunji" userId="d31b1cfb2fd0fa15" providerId="LiveId" clId="{2760CF1F-7720-4B78-9459-5710AC9A8170}" dt="2026-01-15T07:55:45.434" v="43" actId="20577"/>
        <pc:sldMkLst>
          <pc:docMk/>
          <pc:sldMk cId="762827934" sldId="267"/>
        </pc:sldMkLst>
        <pc:spChg chg="add mod">
          <ac:chgData name="Bilikisu Wunmi Olatunji" userId="d31b1cfb2fd0fa15" providerId="LiveId" clId="{2760CF1F-7720-4B78-9459-5710AC9A8170}" dt="2026-01-15T07:55:45.434" v="43" actId="20577"/>
          <ac:spMkLst>
            <pc:docMk/>
            <pc:sldMk cId="762827934" sldId="267"/>
            <ac:spMk id="3" creationId="{4E32AEAE-0131-1239-1C40-A2BB0BAC6AB0}"/>
          </ac:spMkLst>
        </pc:spChg>
      </pc:sldChg>
      <pc:sldChg chg="addSp delSp modSp mod">
        <pc:chgData name="Bilikisu Wunmi Olatunji" userId="d31b1cfb2fd0fa15" providerId="LiveId" clId="{2760CF1F-7720-4B78-9459-5710AC9A8170}" dt="2026-01-15T11:30:29.393" v="301" actId="1076"/>
        <pc:sldMkLst>
          <pc:docMk/>
          <pc:sldMk cId="469488223" sldId="268"/>
        </pc:sldMkLst>
        <pc:spChg chg="mod">
          <ac:chgData name="Bilikisu Wunmi Olatunji" userId="d31b1cfb2fd0fa15" providerId="LiveId" clId="{2760CF1F-7720-4B78-9459-5710AC9A8170}" dt="2026-01-15T09:31:14.372" v="182"/>
          <ac:spMkLst>
            <pc:docMk/>
            <pc:sldMk cId="469488223" sldId="268"/>
            <ac:spMk id="2" creationId="{D7BAA30C-59C9-16C3-159B-57AF9C30D0FB}"/>
          </ac:spMkLst>
        </pc:spChg>
        <pc:spChg chg="del">
          <ac:chgData name="Bilikisu Wunmi Olatunji" userId="d31b1cfb2fd0fa15" providerId="LiveId" clId="{2760CF1F-7720-4B78-9459-5710AC9A8170}" dt="2026-01-15T09:31:18.098" v="183" actId="478"/>
          <ac:spMkLst>
            <pc:docMk/>
            <pc:sldMk cId="469488223" sldId="268"/>
            <ac:spMk id="3" creationId="{5369BA55-68B4-9D24-61CD-D04435AA2DBA}"/>
          </ac:spMkLst>
        </pc:spChg>
        <pc:spChg chg="add mod">
          <ac:chgData name="Bilikisu Wunmi Olatunji" userId="d31b1cfb2fd0fa15" providerId="LiveId" clId="{2760CF1F-7720-4B78-9459-5710AC9A8170}" dt="2026-01-15T07:54:18.010" v="12" actId="20577"/>
          <ac:spMkLst>
            <pc:docMk/>
            <pc:sldMk cId="469488223" sldId="268"/>
            <ac:spMk id="4" creationId="{2E044220-9DB3-B437-6BAE-08D9A6764079}"/>
          </ac:spMkLst>
        </pc:spChg>
        <pc:spChg chg="add del mod">
          <ac:chgData name="Bilikisu Wunmi Olatunji" userId="d31b1cfb2fd0fa15" providerId="LiveId" clId="{2760CF1F-7720-4B78-9459-5710AC9A8170}" dt="2026-01-15T07:59:14.222" v="55" actId="478"/>
          <ac:spMkLst>
            <pc:docMk/>
            <pc:sldMk cId="469488223" sldId="268"/>
            <ac:spMk id="8" creationId="{D12522B1-9B49-DE4F-6E1F-B29B8502E636}"/>
          </ac:spMkLst>
        </pc:spChg>
        <pc:spChg chg="add mod">
          <ac:chgData name="Bilikisu Wunmi Olatunji" userId="d31b1cfb2fd0fa15" providerId="LiveId" clId="{2760CF1F-7720-4B78-9459-5710AC9A8170}" dt="2026-01-15T09:31:40.871" v="231" actId="1038"/>
          <ac:spMkLst>
            <pc:docMk/>
            <pc:sldMk cId="469488223" sldId="268"/>
            <ac:spMk id="11" creationId="{FD29847A-E020-7F06-469A-9C4E0CD70667}"/>
          </ac:spMkLst>
        </pc:spChg>
        <pc:spChg chg="mod">
          <ac:chgData name="Bilikisu Wunmi Olatunji" userId="d31b1cfb2fd0fa15" providerId="LiveId" clId="{2760CF1F-7720-4B78-9459-5710AC9A8170}" dt="2026-01-15T09:31:23.650" v="184" actId="14100"/>
          <ac:spMkLst>
            <pc:docMk/>
            <pc:sldMk cId="469488223" sldId="268"/>
            <ac:spMk id="12" creationId="{6E17BC34-B49B-6148-9EA4-6B8068C03C79}"/>
          </ac:spMkLst>
        </pc:spChg>
        <pc:spChg chg="mod">
          <ac:chgData name="Bilikisu Wunmi Olatunji" userId="d31b1cfb2fd0fa15" providerId="LiveId" clId="{2760CF1F-7720-4B78-9459-5710AC9A8170}" dt="2026-01-15T09:31:10.185" v="181" actId="21"/>
          <ac:spMkLst>
            <pc:docMk/>
            <pc:sldMk cId="469488223" sldId="268"/>
            <ac:spMk id="13" creationId="{0F61D961-152C-CAEB-4443-37CE15984926}"/>
          </ac:spMkLst>
        </pc:spChg>
        <pc:spChg chg="add mod">
          <ac:chgData name="Bilikisu Wunmi Olatunji" userId="d31b1cfb2fd0fa15" providerId="LiveId" clId="{2760CF1F-7720-4B78-9459-5710AC9A8170}" dt="2026-01-15T11:30:29.393" v="301" actId="1076"/>
          <ac:spMkLst>
            <pc:docMk/>
            <pc:sldMk cId="469488223" sldId="268"/>
            <ac:spMk id="14" creationId="{7555BEFA-8C72-9E14-D471-AD831BDCADF9}"/>
          </ac:spMkLst>
        </pc:spChg>
        <pc:spChg chg="mod">
          <ac:chgData name="Bilikisu Wunmi Olatunji" userId="d31b1cfb2fd0fa15" providerId="LiveId" clId="{2760CF1F-7720-4B78-9459-5710AC9A8170}" dt="2026-01-15T07:56:51.833" v="45" actId="164"/>
          <ac:spMkLst>
            <pc:docMk/>
            <pc:sldMk cId="469488223" sldId="268"/>
            <ac:spMk id="15" creationId="{CF8A58B3-C97A-D027-CE12-B3BFA7ACEEB4}"/>
          </ac:spMkLst>
        </pc:spChg>
        <pc:spChg chg="mod">
          <ac:chgData name="Bilikisu Wunmi Olatunji" userId="d31b1cfb2fd0fa15" providerId="LiveId" clId="{2760CF1F-7720-4B78-9459-5710AC9A8170}" dt="2026-01-15T07:56:51.833" v="45" actId="164"/>
          <ac:spMkLst>
            <pc:docMk/>
            <pc:sldMk cId="469488223" sldId="268"/>
            <ac:spMk id="16" creationId="{112E1864-9493-9CC6-E624-1F9ED746EAAC}"/>
          </ac:spMkLst>
        </pc:spChg>
        <pc:spChg chg="mod">
          <ac:chgData name="Bilikisu Wunmi Olatunji" userId="d31b1cfb2fd0fa15" providerId="LiveId" clId="{2760CF1F-7720-4B78-9459-5710AC9A8170}" dt="2026-01-15T07:56:51.833" v="45" actId="164"/>
          <ac:spMkLst>
            <pc:docMk/>
            <pc:sldMk cId="469488223" sldId="268"/>
            <ac:spMk id="17" creationId="{ECDAA98C-BADE-22E8-298F-8620215B10C4}"/>
          </ac:spMkLst>
        </pc:spChg>
        <pc:spChg chg="mod">
          <ac:chgData name="Bilikisu Wunmi Olatunji" userId="d31b1cfb2fd0fa15" providerId="LiveId" clId="{2760CF1F-7720-4B78-9459-5710AC9A8170}" dt="2026-01-15T07:57:01.497" v="46" actId="164"/>
          <ac:spMkLst>
            <pc:docMk/>
            <pc:sldMk cId="469488223" sldId="268"/>
            <ac:spMk id="18" creationId="{0D9DD63E-9F89-7E33-303C-711EE6E6BF0F}"/>
          </ac:spMkLst>
        </pc:spChg>
        <pc:spChg chg="mod">
          <ac:chgData name="Bilikisu Wunmi Olatunji" userId="d31b1cfb2fd0fa15" providerId="LiveId" clId="{2760CF1F-7720-4B78-9459-5710AC9A8170}" dt="2026-01-15T07:57:01.497" v="46" actId="164"/>
          <ac:spMkLst>
            <pc:docMk/>
            <pc:sldMk cId="469488223" sldId="268"/>
            <ac:spMk id="19" creationId="{291B1B98-F26E-A015-3E65-143433ED27D7}"/>
          </ac:spMkLst>
        </pc:spChg>
        <pc:spChg chg="mod">
          <ac:chgData name="Bilikisu Wunmi Olatunji" userId="d31b1cfb2fd0fa15" providerId="LiveId" clId="{2760CF1F-7720-4B78-9459-5710AC9A8170}" dt="2026-01-15T08:03:04.133" v="90" actId="20577"/>
          <ac:spMkLst>
            <pc:docMk/>
            <pc:sldMk cId="469488223" sldId="268"/>
            <ac:spMk id="20" creationId="{449FE487-3A4A-1C87-FAC2-455691B116C5}"/>
          </ac:spMkLst>
        </pc:spChg>
        <pc:spChg chg="mod">
          <ac:chgData name="Bilikisu Wunmi Olatunji" userId="d31b1cfb2fd0fa15" providerId="LiveId" clId="{2760CF1F-7720-4B78-9459-5710AC9A8170}" dt="2026-01-15T07:57:09.198" v="47" actId="164"/>
          <ac:spMkLst>
            <pc:docMk/>
            <pc:sldMk cId="469488223" sldId="268"/>
            <ac:spMk id="21" creationId="{9EDE7B94-AFC3-A74A-E257-F48D53B5CD6F}"/>
          </ac:spMkLst>
        </pc:spChg>
        <pc:spChg chg="mod">
          <ac:chgData name="Bilikisu Wunmi Olatunji" userId="d31b1cfb2fd0fa15" providerId="LiveId" clId="{2760CF1F-7720-4B78-9459-5710AC9A8170}" dt="2026-01-15T07:57:09.198" v="47" actId="164"/>
          <ac:spMkLst>
            <pc:docMk/>
            <pc:sldMk cId="469488223" sldId="268"/>
            <ac:spMk id="22" creationId="{976ABEA2-C1EB-DD73-B331-16E83627EDBD}"/>
          </ac:spMkLst>
        </pc:spChg>
        <pc:spChg chg="mod">
          <ac:chgData name="Bilikisu Wunmi Olatunji" userId="d31b1cfb2fd0fa15" providerId="LiveId" clId="{2760CF1F-7720-4B78-9459-5710AC9A8170}" dt="2026-01-15T07:57:09.198" v="47" actId="164"/>
          <ac:spMkLst>
            <pc:docMk/>
            <pc:sldMk cId="469488223" sldId="268"/>
            <ac:spMk id="23" creationId="{C60EBABC-B460-7C99-E8D3-963BD72F513A}"/>
          </ac:spMkLst>
        </pc:spChg>
        <pc:spChg chg="del">
          <ac:chgData name="Bilikisu Wunmi Olatunji" userId="d31b1cfb2fd0fa15" providerId="LiveId" clId="{2760CF1F-7720-4B78-9459-5710AC9A8170}" dt="2026-01-15T08:01:07.920" v="69" actId="478"/>
          <ac:spMkLst>
            <pc:docMk/>
            <pc:sldMk cId="469488223" sldId="268"/>
            <ac:spMk id="24" creationId="{76CD4882-C48A-C723-993D-1ADBFA4BAD07}"/>
          </ac:spMkLst>
        </pc:spChg>
        <pc:spChg chg="del">
          <ac:chgData name="Bilikisu Wunmi Olatunji" userId="d31b1cfb2fd0fa15" providerId="LiveId" clId="{2760CF1F-7720-4B78-9459-5710AC9A8170}" dt="2026-01-15T08:01:09.895" v="70" actId="478"/>
          <ac:spMkLst>
            <pc:docMk/>
            <pc:sldMk cId="469488223" sldId="268"/>
            <ac:spMk id="25" creationId="{377ADD4B-5D25-084D-6226-905B647E8A8C}"/>
          </ac:spMkLst>
        </pc:spChg>
        <pc:grpChg chg="add mod">
          <ac:chgData name="Bilikisu Wunmi Olatunji" userId="d31b1cfb2fd0fa15" providerId="LiveId" clId="{2760CF1F-7720-4B78-9459-5710AC9A8170}" dt="2026-01-15T09:31:40.871" v="231" actId="1038"/>
          <ac:grpSpMkLst>
            <pc:docMk/>
            <pc:sldMk cId="469488223" sldId="268"/>
            <ac:grpSpMk id="5" creationId="{A336A480-177C-D6E2-3AD3-9020A2289BF6}"/>
          </ac:grpSpMkLst>
        </pc:grpChg>
        <pc:grpChg chg="add mod">
          <ac:chgData name="Bilikisu Wunmi Olatunji" userId="d31b1cfb2fd0fa15" providerId="LiveId" clId="{2760CF1F-7720-4B78-9459-5710AC9A8170}" dt="2026-01-15T09:31:40.871" v="231" actId="1038"/>
          <ac:grpSpMkLst>
            <pc:docMk/>
            <pc:sldMk cId="469488223" sldId="268"/>
            <ac:grpSpMk id="6" creationId="{249DED57-EEB2-E7C8-307A-25E799AE6F14}"/>
          </ac:grpSpMkLst>
        </pc:grpChg>
        <pc:grpChg chg="add mod">
          <ac:chgData name="Bilikisu Wunmi Olatunji" userId="d31b1cfb2fd0fa15" providerId="LiveId" clId="{2760CF1F-7720-4B78-9459-5710AC9A8170}" dt="2026-01-15T09:31:40.871" v="231" actId="1038"/>
          <ac:grpSpMkLst>
            <pc:docMk/>
            <pc:sldMk cId="469488223" sldId="268"/>
            <ac:grpSpMk id="7" creationId="{DFDB498E-BEAA-E5A3-E7CD-04BE6DEBECF2}"/>
          </ac:grpSpMkLst>
        </pc:grpChg>
        <pc:cxnChg chg="add del">
          <ac:chgData name="Bilikisu Wunmi Olatunji" userId="d31b1cfb2fd0fa15" providerId="LiveId" clId="{2760CF1F-7720-4B78-9459-5710AC9A8170}" dt="2026-01-15T07:59:37.795" v="57" actId="11529"/>
          <ac:cxnSpMkLst>
            <pc:docMk/>
            <pc:sldMk cId="469488223" sldId="268"/>
            <ac:cxnSpMk id="10" creationId="{3C60DB7D-03DD-19BC-BB1E-A813A0559447}"/>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8157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Script]
In five minutes I will show: (1) how we engineered features safely, (2) how we trained models, (3) how we evaluated using Lift@k, (4) how we selected a champion using min–max weighted scoring, and (5) what the Streamlit app delivers operationally.
[Sources]
- Internal project file: model_comparison_results.csv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4D7E6-6F3E-7264-5FB9-024B1C21F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8A9F1-39F3-22EC-9FDD-8E2815CFC1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66F778-023F-32A8-109C-556A1FB38414}"/>
              </a:ext>
            </a:extLst>
          </p:cNvPr>
          <p:cNvSpPr>
            <a:spLocks noGrp="1"/>
          </p:cNvSpPr>
          <p:nvPr>
            <p:ph type="body" idx="1"/>
          </p:nvPr>
        </p:nvSpPr>
        <p:spPr/>
        <p:txBody>
          <a:bodyPr/>
          <a:lstStyle/>
          <a:p>
            <a:r>
              <a:rPr lang="en-US" dirty="0"/>
              <a:t>[
Script]
In five minutes I will show: (1) how we engineered features safely, (2) how we trained models, (3) how we evaluated using Lift@k, (4) how we selected a champion using min–max weighted scoring, and (5) what the Streamlit app delivers operationally.
[Sources]
- Internal project file: model_comparison_results.csv
</a:t>
            </a:r>
          </a:p>
        </p:txBody>
      </p:sp>
      <p:sp>
        <p:nvSpPr>
          <p:cNvPr id="4" name="Slide Number Placeholder 3">
            <a:extLst>
              <a:ext uri="{FF2B5EF4-FFF2-40B4-BE49-F238E27FC236}">
                <a16:creationId xmlns:a16="http://schemas.microsoft.com/office/drawing/2014/main" id="{CE7D65FC-9CBA-346D-3595-C7D27E383EA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5083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08428-4FE6-DCE3-5A0D-A9717189F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84BFB-A360-8EDF-23FC-916928F1E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C63219-E617-9A4A-FCC1-EB1067FCFA23}"/>
              </a:ext>
            </a:extLst>
          </p:cNvPr>
          <p:cNvSpPr>
            <a:spLocks noGrp="1"/>
          </p:cNvSpPr>
          <p:nvPr>
            <p:ph type="body" idx="1"/>
          </p:nvPr>
        </p:nvSpPr>
        <p:spPr/>
        <p:txBody>
          <a:bodyPr/>
          <a:lstStyle/>
          <a:p>
            <a:r>
              <a:rPr lang="en-US" dirty="0"/>
              <a:t>[
Script]
In five minutes I will show: (1) how we engineered features safely, (2) how we trained models, (3) how we evaluated using Lift@k, (4) how we selected a champion using min–max weighted scoring, and (5) what the Streamlit app delivers operationally.
[Sources]
- Internal project file: model_comparison_results.csv
</a:t>
            </a:r>
          </a:p>
        </p:txBody>
      </p:sp>
      <p:sp>
        <p:nvSpPr>
          <p:cNvPr id="4" name="Slide Number Placeholder 3">
            <a:extLst>
              <a:ext uri="{FF2B5EF4-FFF2-40B4-BE49-F238E27FC236}">
                <a16:creationId xmlns:a16="http://schemas.microsoft.com/office/drawing/2014/main" id="{77B2D676-A7BC-34C8-7686-701EB98CA938}"/>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99076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1F2CD-665A-D25E-E8B8-77340192D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7FC85-E82C-7ADE-4459-66E1F31B6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5C14D-394C-8FB5-9A7B-959E1C24AE28}"/>
              </a:ext>
            </a:extLst>
          </p:cNvPr>
          <p:cNvSpPr>
            <a:spLocks noGrp="1"/>
          </p:cNvSpPr>
          <p:nvPr>
            <p:ph type="body" idx="1"/>
          </p:nvPr>
        </p:nvSpPr>
        <p:spPr/>
        <p:txBody>
          <a:bodyPr/>
          <a:lstStyle/>
          <a:p>
            <a:r>
              <a:rPr lang="en-US" dirty="0"/>
              <a:t>[
Script]
In five minutes I will show: (1) how we engineered features safely, (2) how we trained models, (3) how we evaluated using Lift@k, (4) how we selected a champion using min–max weighted scoring, and (5) what the Streamlit app delivers operationally.
[Sources]
- Internal project file: model_comparison_results.csv
</a:t>
            </a:r>
          </a:p>
        </p:txBody>
      </p:sp>
      <p:sp>
        <p:nvSpPr>
          <p:cNvPr id="4" name="Slide Number Placeholder 3">
            <a:extLst>
              <a:ext uri="{FF2B5EF4-FFF2-40B4-BE49-F238E27FC236}">
                <a16:creationId xmlns:a16="http://schemas.microsoft.com/office/drawing/2014/main" id="{BFF69AAE-A31B-A8FE-C3EC-1CE856F2684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335407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Script]
Feature engineering is where most churn projects accidentally “cheat”. If we accidentally include the label or compute thresholds on the full dataset, evaluation looks better than reality. We fix TotalCharges NaNs, use safe ratios, and treat the trained feature list as the contract.
[Sources]
- Internal project file: feature_engineering.py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A6013-70A7-AB9B-B57B-0805B70E8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ED2B4-E2E1-B08C-0B81-1C5EAD384E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10FC35-A2E6-2B08-4772-0566F642B378}"/>
              </a:ext>
            </a:extLst>
          </p:cNvPr>
          <p:cNvSpPr>
            <a:spLocks noGrp="1"/>
          </p:cNvSpPr>
          <p:nvPr>
            <p:ph type="body" idx="1"/>
          </p:nvPr>
        </p:nvSpPr>
        <p:spPr/>
        <p:txBody>
          <a:bodyPr/>
          <a:lstStyle/>
          <a:p>
            <a:r>
              <a:rPr lang="en-US" dirty="0"/>
              <a:t>[
Script]
We train several model families. The main point is not complexity; it is reliable ranking at the top of the list. We use a stratified holdout and report top‑k metrics because that matches how retention teams operate.
[Sources]
- Internal project file: model_comparison_results.csv
</a:t>
            </a:r>
          </a:p>
        </p:txBody>
      </p:sp>
      <p:sp>
        <p:nvSpPr>
          <p:cNvPr id="4" name="Slide Number Placeholder 3">
            <a:extLst>
              <a:ext uri="{FF2B5EF4-FFF2-40B4-BE49-F238E27FC236}">
                <a16:creationId xmlns:a16="http://schemas.microsoft.com/office/drawing/2014/main" id="{BEB482C7-9D94-9897-78A6-3F30D48277C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5340020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Script]
We train several model families. The main point is not complexity; it is reliable ranking at the top of the list. We use a stratified holdout and report top‑k metrics because that matches how retention teams operate.
[Sources]
- Internal project file: model_comparison_results.csv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Script]
The app is the operational layer: it turns a trained model into a weekly action list. The next step is not more modeling; it is a controlled pilot to quantify ROI, plus basic monitoring to ensure performance does not drift.
[Sources]
- Internal project file: app_retention_targeting_v2_clean.py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9116D-8B3A-BAFD-DFD2-684F09CE5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B4D9E-CAB1-0FC9-F468-F1738FA804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C01F4-5F56-A30D-C474-7494EE5321E2}"/>
              </a:ext>
            </a:extLst>
          </p:cNvPr>
          <p:cNvSpPr>
            <a:spLocks noGrp="1"/>
          </p:cNvSpPr>
          <p:nvPr>
            <p:ph type="body" idx="1"/>
          </p:nvPr>
        </p:nvSpPr>
        <p:spPr/>
        <p:txBody>
          <a:bodyPr/>
          <a:lstStyle/>
          <a:p>
            <a:r>
              <a:rPr lang="en-US" dirty="0"/>
              <a:t>[
Script]
In five minutes I will show: (1) how we engineered features safely, (2) how we trained models, (3) how we evaluated using Lift@k, (4) how we selected a champion using min–max weighted scoring, and (5) what the Streamlit app delivers operationally.
[Sources]
- Internal project file: model_comparison_results.csv
</a:t>
            </a:r>
          </a:p>
        </p:txBody>
      </p:sp>
      <p:sp>
        <p:nvSpPr>
          <p:cNvPr id="4" name="Slide Number Placeholder 3">
            <a:extLst>
              <a:ext uri="{FF2B5EF4-FFF2-40B4-BE49-F238E27FC236}">
                <a16:creationId xmlns:a16="http://schemas.microsoft.com/office/drawing/2014/main" id="{5DDC09B6-5702-A29A-73D2-AD2C52CBD45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840251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D65E-CC68-25F7-BD63-BDD5BFF51A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BA6178-915C-93A8-24DA-91BB70F7D6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A39747-C1AF-7C74-83DC-D40E130FC14C}"/>
              </a:ext>
            </a:extLst>
          </p:cNvPr>
          <p:cNvSpPr>
            <a:spLocks noGrp="1"/>
          </p:cNvSpPr>
          <p:nvPr>
            <p:ph type="dt" sz="half" idx="10"/>
          </p:nvPr>
        </p:nvSpPr>
        <p:spPr/>
        <p:txBody>
          <a:bodyPr/>
          <a:lstStyle/>
          <a:p>
            <a:fld id="{B61BEF0D-F0BB-DE4B-95CE-6DB70DBA9567}" type="datetimeFigureOut">
              <a:rPr lang="en-US" smtClean="0"/>
              <a:pPr/>
              <a:t>1/15/2026</a:t>
            </a:fld>
            <a:endParaRPr lang="en-US" dirty="0"/>
          </a:p>
        </p:txBody>
      </p:sp>
      <p:sp>
        <p:nvSpPr>
          <p:cNvPr id="5" name="Footer Placeholder 4">
            <a:extLst>
              <a:ext uri="{FF2B5EF4-FFF2-40B4-BE49-F238E27FC236}">
                <a16:creationId xmlns:a16="http://schemas.microsoft.com/office/drawing/2014/main" id="{9A0C3B20-0416-3F41-E464-8E282A3DFB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C91AC4F-ECEE-90C3-6381-840ECAE073A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4945395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A466A-6EB1-662E-69AA-B6F7D9E0B0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289FEC-6A55-004E-F358-6F19E4A9C2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8D59A4-3811-22B0-13AE-446E2BAB6985}"/>
              </a:ext>
            </a:extLst>
          </p:cNvPr>
          <p:cNvSpPr>
            <a:spLocks noGrp="1"/>
          </p:cNvSpPr>
          <p:nvPr>
            <p:ph type="dt" sz="half" idx="10"/>
          </p:nvPr>
        </p:nvSpPr>
        <p:spPr/>
        <p:txBody>
          <a:bodyPr/>
          <a:lstStyle/>
          <a:p>
            <a:fld id="{B61BEF0D-F0BB-DE4B-95CE-6DB70DBA9567}" type="datetimeFigureOut">
              <a:rPr lang="en-US" smtClean="0"/>
              <a:pPr/>
              <a:t>1/15/2026</a:t>
            </a:fld>
            <a:endParaRPr lang="en-US" dirty="0"/>
          </a:p>
        </p:txBody>
      </p:sp>
      <p:sp>
        <p:nvSpPr>
          <p:cNvPr id="5" name="Footer Placeholder 4">
            <a:extLst>
              <a:ext uri="{FF2B5EF4-FFF2-40B4-BE49-F238E27FC236}">
                <a16:creationId xmlns:a16="http://schemas.microsoft.com/office/drawing/2014/main" id="{C006664B-CA4A-4BE9-9199-9D5EA097927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2B9F29-41FC-8A2D-DF80-8BC17F2CD6D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588293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75AC0-4588-4DFD-DA86-F0D4640A68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3ECDF6-64EC-4279-70E3-9072CDE1BC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901F4B-BA06-2BB4-A3A3-6C955F4D8CB7}"/>
              </a:ext>
            </a:extLst>
          </p:cNvPr>
          <p:cNvSpPr>
            <a:spLocks noGrp="1"/>
          </p:cNvSpPr>
          <p:nvPr>
            <p:ph type="dt" sz="half" idx="10"/>
          </p:nvPr>
        </p:nvSpPr>
        <p:spPr/>
        <p:txBody>
          <a:bodyPr/>
          <a:lstStyle/>
          <a:p>
            <a:fld id="{B61BEF0D-F0BB-DE4B-95CE-6DB70DBA9567}" type="datetimeFigureOut">
              <a:rPr lang="en-US" smtClean="0"/>
              <a:pPr/>
              <a:t>1/15/2026</a:t>
            </a:fld>
            <a:endParaRPr lang="en-US" dirty="0"/>
          </a:p>
        </p:txBody>
      </p:sp>
      <p:sp>
        <p:nvSpPr>
          <p:cNvPr id="5" name="Footer Placeholder 4">
            <a:extLst>
              <a:ext uri="{FF2B5EF4-FFF2-40B4-BE49-F238E27FC236}">
                <a16:creationId xmlns:a16="http://schemas.microsoft.com/office/drawing/2014/main" id="{A116092C-FAB4-67AF-7800-5A942B87A7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3091068-AAE4-56CE-77F8-CF3A512C2A3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6521997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90576-A2CA-A178-40AE-74C7917637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AACAB9-B297-9644-02D7-98D6444AA1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D83662-ACD9-F141-FCE7-1920A29397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2453EF-C943-6312-2B67-666EB2A997B0}"/>
              </a:ext>
            </a:extLst>
          </p:cNvPr>
          <p:cNvSpPr>
            <a:spLocks noGrp="1"/>
          </p:cNvSpPr>
          <p:nvPr>
            <p:ph type="dt" sz="half" idx="10"/>
          </p:nvPr>
        </p:nvSpPr>
        <p:spPr/>
        <p:txBody>
          <a:bodyPr/>
          <a:lstStyle/>
          <a:p>
            <a:fld id="{B61BEF0D-F0BB-DE4B-95CE-6DB70DBA9567}" type="datetimeFigureOut">
              <a:rPr lang="en-US" smtClean="0"/>
              <a:pPr/>
              <a:t>1/15/2026</a:t>
            </a:fld>
            <a:endParaRPr lang="en-US" dirty="0"/>
          </a:p>
        </p:txBody>
      </p:sp>
      <p:sp>
        <p:nvSpPr>
          <p:cNvPr id="6" name="Footer Placeholder 5">
            <a:extLst>
              <a:ext uri="{FF2B5EF4-FFF2-40B4-BE49-F238E27FC236}">
                <a16:creationId xmlns:a16="http://schemas.microsoft.com/office/drawing/2014/main" id="{7FD5B760-9A1D-5266-73FD-D49312D19A0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ACA851-7C31-2A1D-50DE-5A3C7B6940A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440620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73553-B726-E29A-FE82-8561B80AEE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921825-DC76-223D-A564-28F3580475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14F96-63D5-DB77-6735-493DFF50C7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A3C025-E224-0AD2-D8FB-7B787C81E7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9AF481-A918-0C3F-58DB-6EDFE240A4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E7957B-0452-B63C-E9D0-2431C689987A}"/>
              </a:ext>
            </a:extLst>
          </p:cNvPr>
          <p:cNvSpPr>
            <a:spLocks noGrp="1"/>
          </p:cNvSpPr>
          <p:nvPr>
            <p:ph type="dt" sz="half" idx="10"/>
          </p:nvPr>
        </p:nvSpPr>
        <p:spPr/>
        <p:txBody>
          <a:bodyPr/>
          <a:lstStyle/>
          <a:p>
            <a:fld id="{B61BEF0D-F0BB-DE4B-95CE-6DB70DBA9567}" type="datetimeFigureOut">
              <a:rPr lang="en-US" smtClean="0"/>
              <a:pPr/>
              <a:t>1/15/2026</a:t>
            </a:fld>
            <a:endParaRPr lang="en-US" dirty="0"/>
          </a:p>
        </p:txBody>
      </p:sp>
      <p:sp>
        <p:nvSpPr>
          <p:cNvPr id="8" name="Footer Placeholder 7">
            <a:extLst>
              <a:ext uri="{FF2B5EF4-FFF2-40B4-BE49-F238E27FC236}">
                <a16:creationId xmlns:a16="http://schemas.microsoft.com/office/drawing/2014/main" id="{5540418C-03F4-682B-1891-3FFAEA96428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15D3DBA-5E61-581F-ADE3-EA575466129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053250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6538E-A262-D933-5D99-D039420AEF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4CC22A-C9F3-F206-F3B0-3391DF27CF33}"/>
              </a:ext>
            </a:extLst>
          </p:cNvPr>
          <p:cNvSpPr>
            <a:spLocks noGrp="1"/>
          </p:cNvSpPr>
          <p:nvPr>
            <p:ph type="dt" sz="half" idx="10"/>
          </p:nvPr>
        </p:nvSpPr>
        <p:spPr/>
        <p:txBody>
          <a:bodyPr/>
          <a:lstStyle/>
          <a:p>
            <a:fld id="{B61BEF0D-F0BB-DE4B-95CE-6DB70DBA9567}" type="datetimeFigureOut">
              <a:rPr lang="en-US" smtClean="0"/>
              <a:pPr/>
              <a:t>1/15/2026</a:t>
            </a:fld>
            <a:endParaRPr lang="en-US" dirty="0"/>
          </a:p>
        </p:txBody>
      </p:sp>
      <p:sp>
        <p:nvSpPr>
          <p:cNvPr id="4" name="Footer Placeholder 3">
            <a:extLst>
              <a:ext uri="{FF2B5EF4-FFF2-40B4-BE49-F238E27FC236}">
                <a16:creationId xmlns:a16="http://schemas.microsoft.com/office/drawing/2014/main" id="{D64BBAB4-222E-DA2B-BABF-08E608D08F5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02D3B91-778A-1A77-724B-376D79DBAD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3168792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5CA747-684D-5D50-C614-B4B01D117985}"/>
              </a:ext>
            </a:extLst>
          </p:cNvPr>
          <p:cNvSpPr>
            <a:spLocks noGrp="1"/>
          </p:cNvSpPr>
          <p:nvPr>
            <p:ph type="dt" sz="half" idx="10"/>
          </p:nvPr>
        </p:nvSpPr>
        <p:spPr/>
        <p:txBody>
          <a:bodyPr/>
          <a:lstStyle/>
          <a:p>
            <a:fld id="{B61BEF0D-F0BB-DE4B-95CE-6DB70DBA9567}" type="datetimeFigureOut">
              <a:rPr lang="en-US" smtClean="0"/>
              <a:pPr/>
              <a:t>1/15/2026</a:t>
            </a:fld>
            <a:endParaRPr lang="en-US" dirty="0"/>
          </a:p>
        </p:txBody>
      </p:sp>
      <p:sp>
        <p:nvSpPr>
          <p:cNvPr id="3" name="Footer Placeholder 2">
            <a:extLst>
              <a:ext uri="{FF2B5EF4-FFF2-40B4-BE49-F238E27FC236}">
                <a16:creationId xmlns:a16="http://schemas.microsoft.com/office/drawing/2014/main" id="{4306748B-CC3E-2ADA-329B-C2C06467147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BBC431-A930-15DE-A78D-410877A2B59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8816304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C04A7-C260-C8AC-C87D-7A8BC92C40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2E12FF-E4CD-2F72-3905-7D9E90F9A8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B93B27-97DF-263E-D9C4-0007960D7A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B25C35-45D7-C5FD-A2FF-3014A0D29990}"/>
              </a:ext>
            </a:extLst>
          </p:cNvPr>
          <p:cNvSpPr>
            <a:spLocks noGrp="1"/>
          </p:cNvSpPr>
          <p:nvPr>
            <p:ph type="dt" sz="half" idx="10"/>
          </p:nvPr>
        </p:nvSpPr>
        <p:spPr/>
        <p:txBody>
          <a:bodyPr/>
          <a:lstStyle/>
          <a:p>
            <a:fld id="{B61BEF0D-F0BB-DE4B-95CE-6DB70DBA9567}" type="datetimeFigureOut">
              <a:rPr lang="en-US" smtClean="0"/>
              <a:pPr/>
              <a:t>1/15/2026</a:t>
            </a:fld>
            <a:endParaRPr lang="en-US" dirty="0"/>
          </a:p>
        </p:txBody>
      </p:sp>
      <p:sp>
        <p:nvSpPr>
          <p:cNvPr id="6" name="Footer Placeholder 5">
            <a:extLst>
              <a:ext uri="{FF2B5EF4-FFF2-40B4-BE49-F238E27FC236}">
                <a16:creationId xmlns:a16="http://schemas.microsoft.com/office/drawing/2014/main" id="{86066444-1A28-264E-000F-36C85DF23BE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7B3A5F0-2F35-FDC4-0097-5864C26B553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116486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9C6C4-78CE-3308-6FBA-D21A239B33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D7F4D3-F883-5DF9-B066-CF3C5DB127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E68294-3E2D-78F3-62DC-9B9B729286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F42BB4-8DF5-6A87-7289-B7737A3C458B}"/>
              </a:ext>
            </a:extLst>
          </p:cNvPr>
          <p:cNvSpPr>
            <a:spLocks noGrp="1"/>
          </p:cNvSpPr>
          <p:nvPr>
            <p:ph type="dt" sz="half" idx="10"/>
          </p:nvPr>
        </p:nvSpPr>
        <p:spPr/>
        <p:txBody>
          <a:bodyPr/>
          <a:lstStyle/>
          <a:p>
            <a:fld id="{B61BEF0D-F0BB-DE4B-95CE-6DB70DBA9567}" type="datetimeFigureOut">
              <a:rPr lang="en-US" smtClean="0"/>
              <a:pPr/>
              <a:t>1/15/2026</a:t>
            </a:fld>
            <a:endParaRPr lang="en-US" dirty="0"/>
          </a:p>
        </p:txBody>
      </p:sp>
      <p:sp>
        <p:nvSpPr>
          <p:cNvPr id="6" name="Footer Placeholder 5">
            <a:extLst>
              <a:ext uri="{FF2B5EF4-FFF2-40B4-BE49-F238E27FC236}">
                <a16:creationId xmlns:a16="http://schemas.microsoft.com/office/drawing/2014/main" id="{2C06BA56-9FD0-7739-83D5-6376EBD25F3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D8024F6-C17E-88A3-5818-50CB9090C24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471587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F0372-8BC5-06A2-0169-06740C1CD8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15D428-884A-D452-610F-DA64270689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B2025D-5A45-3C36-F7F0-B1702983617F}"/>
              </a:ext>
            </a:extLst>
          </p:cNvPr>
          <p:cNvSpPr>
            <a:spLocks noGrp="1"/>
          </p:cNvSpPr>
          <p:nvPr>
            <p:ph type="dt" sz="half" idx="10"/>
          </p:nvPr>
        </p:nvSpPr>
        <p:spPr/>
        <p:txBody>
          <a:bodyPr/>
          <a:lstStyle/>
          <a:p>
            <a:fld id="{B61BEF0D-F0BB-DE4B-95CE-6DB70DBA9567}" type="datetimeFigureOut">
              <a:rPr lang="en-US" smtClean="0"/>
              <a:pPr/>
              <a:t>1/15/2026</a:t>
            </a:fld>
            <a:endParaRPr lang="en-US" dirty="0"/>
          </a:p>
        </p:txBody>
      </p:sp>
      <p:sp>
        <p:nvSpPr>
          <p:cNvPr id="5" name="Footer Placeholder 4">
            <a:extLst>
              <a:ext uri="{FF2B5EF4-FFF2-40B4-BE49-F238E27FC236}">
                <a16:creationId xmlns:a16="http://schemas.microsoft.com/office/drawing/2014/main" id="{D0E7FFC2-9583-1494-C2AA-6C7CE1C9FB6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F644476-1C9D-02CD-714E-14AC46D76C5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887163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C94BAF-A0F0-F47D-B5D7-A9326B5A59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20EAC4-DB19-C921-5A3A-602E3A57A1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458AE-A06C-35F9-8DE3-0199BAB966CF}"/>
              </a:ext>
            </a:extLst>
          </p:cNvPr>
          <p:cNvSpPr>
            <a:spLocks noGrp="1"/>
          </p:cNvSpPr>
          <p:nvPr>
            <p:ph type="dt" sz="half" idx="10"/>
          </p:nvPr>
        </p:nvSpPr>
        <p:spPr/>
        <p:txBody>
          <a:bodyPr/>
          <a:lstStyle/>
          <a:p>
            <a:fld id="{B61BEF0D-F0BB-DE4B-95CE-6DB70DBA9567}" type="datetimeFigureOut">
              <a:rPr lang="en-US" smtClean="0"/>
              <a:pPr/>
              <a:t>1/15/2026</a:t>
            </a:fld>
            <a:endParaRPr lang="en-US" dirty="0"/>
          </a:p>
        </p:txBody>
      </p:sp>
      <p:sp>
        <p:nvSpPr>
          <p:cNvPr id="5" name="Footer Placeholder 4">
            <a:extLst>
              <a:ext uri="{FF2B5EF4-FFF2-40B4-BE49-F238E27FC236}">
                <a16:creationId xmlns:a16="http://schemas.microsoft.com/office/drawing/2014/main" id="{4D8665A3-101C-8E77-248F-4CE78517F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EAB432-82FC-83A8-0645-1624A80164B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924546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415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62BCAB-8614-27E9-594F-31210BB938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133ED6-C805-BF60-C149-966E54974C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1085B6-9091-C8DC-D80F-0C9129DC57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1BEF0D-F0BB-DE4B-95CE-6DB70DBA9567}" type="datetimeFigureOut">
              <a:rPr lang="en-US" smtClean="0"/>
              <a:pPr/>
              <a:t>1/15/2026</a:t>
            </a:fld>
            <a:endParaRPr lang="en-US" dirty="0"/>
          </a:p>
        </p:txBody>
      </p:sp>
      <p:sp>
        <p:nvSpPr>
          <p:cNvPr id="5" name="Footer Placeholder 4">
            <a:extLst>
              <a:ext uri="{FF2B5EF4-FFF2-40B4-BE49-F238E27FC236}">
                <a16:creationId xmlns:a16="http://schemas.microsoft.com/office/drawing/2014/main" id="{D869273A-2F84-73F6-89C1-D7B1923259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81466410-F543-418A-C443-32762D577A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65454813"/>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10" descr="Desk with computer, phone, books, etc.">
            <a:extLst>
              <a:ext uri="{FF2B5EF4-FFF2-40B4-BE49-F238E27FC236}">
                <a16:creationId xmlns:a16="http://schemas.microsoft.com/office/drawing/2014/main" id="{DF08E88F-5091-FD37-7CC2-4F979329AC40}"/>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0" y="0"/>
            <a:ext cx="9780588" cy="6371351"/>
          </a:xfrm>
          <a:prstGeom prst="rect">
            <a:avLst/>
          </a:prstGeom>
        </p:spPr>
      </p:pic>
      <p:sp>
        <p:nvSpPr>
          <p:cNvPr id="7" name="Title 2">
            <a:extLst>
              <a:ext uri="{FF2B5EF4-FFF2-40B4-BE49-F238E27FC236}">
                <a16:creationId xmlns:a16="http://schemas.microsoft.com/office/drawing/2014/main" id="{35CB4389-D71C-828F-D231-3294FE74AD67}"/>
              </a:ext>
            </a:extLst>
          </p:cNvPr>
          <p:cNvSpPr txBox="1">
            <a:spLocks/>
          </p:cNvSpPr>
          <p:nvPr/>
        </p:nvSpPr>
        <p:spPr>
          <a:xfrm>
            <a:off x="6235700" y="2816896"/>
            <a:ext cx="5956300" cy="1224208"/>
          </a:xfrm>
          <a:prstGeom prst="rect">
            <a:avLst/>
          </a:prstGeom>
          <a:solidFill>
            <a:schemeClr val="bg2">
              <a:lumMod val="90000"/>
            </a:schemeClr>
          </a:solidFill>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Project Topic: Predicting Customer Churn in Telecom</a:t>
            </a:r>
          </a:p>
        </p:txBody>
      </p:sp>
      <p:sp>
        <p:nvSpPr>
          <p:cNvPr id="8" name="Text Placeholder 13">
            <a:extLst>
              <a:ext uri="{FF2B5EF4-FFF2-40B4-BE49-F238E27FC236}">
                <a16:creationId xmlns:a16="http://schemas.microsoft.com/office/drawing/2014/main" id="{B71586F0-C6BB-BD37-9F49-AA2302DD4FE1}"/>
              </a:ext>
            </a:extLst>
          </p:cNvPr>
          <p:cNvSpPr txBox="1">
            <a:spLocks/>
          </p:cNvSpPr>
          <p:nvPr/>
        </p:nvSpPr>
        <p:spPr>
          <a:xfrm>
            <a:off x="6235700" y="4148860"/>
            <a:ext cx="5956300" cy="615973"/>
          </a:xfrm>
          <a:prstGeom prst="rect">
            <a:avLst/>
          </a:prstGeom>
          <a:solidFill>
            <a:schemeClr val="accent1">
              <a:lumMod val="50000"/>
            </a:schemeClr>
          </a:solidFill>
        </p:spPr>
        <p:txBody>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3200" b="1" dirty="0">
                <a:solidFill>
                  <a:schemeClr val="bg1"/>
                </a:solidFill>
                <a:latin typeface="Aptos Display" pitchFamily="34" charset="0"/>
                <a:ea typeface="Aptos Display" pitchFamily="34" charset="-122"/>
                <a:cs typeface="Aptos Display" pitchFamily="34" charset="-120"/>
              </a:rPr>
              <a:t>Telco Churn Retention Targeting</a:t>
            </a:r>
            <a:endParaRPr lang="en-US" sz="3200" dirty="0">
              <a:solidFill>
                <a:schemeClr val="bg1"/>
              </a:solidFill>
            </a:endParaRPr>
          </a:p>
        </p:txBody>
      </p:sp>
      <p:sp>
        <p:nvSpPr>
          <p:cNvPr id="9" name="Slide Number Placeholder 4">
            <a:extLst>
              <a:ext uri="{FF2B5EF4-FFF2-40B4-BE49-F238E27FC236}">
                <a16:creationId xmlns:a16="http://schemas.microsoft.com/office/drawing/2014/main" id="{A639878D-E5AF-A9D8-985D-F7A402BB04E7}"/>
              </a:ext>
            </a:extLst>
          </p:cNvPr>
          <p:cNvSpPr txBox="1">
            <a:spLocks/>
          </p:cNvSpPr>
          <p:nvPr/>
        </p:nvSpPr>
        <p:spPr>
          <a:xfrm>
            <a:off x="11760000" y="6371351"/>
            <a:ext cx="432000" cy="432000"/>
          </a:xfrm>
          <a:prstGeom prst="rect">
            <a:avLst/>
          </a:prstGeom>
          <a:solidFill>
            <a:schemeClr val="tx1">
              <a:lumMod val="95000"/>
              <a:lumOff val="5000"/>
            </a:schemeClr>
          </a:solidFill>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9B51A1E-902D-48AF-9020-955120F399B6}" type="slidenum">
              <a:rPr lang="en-US" smtClean="0"/>
              <a:pPr/>
              <a:t>1</a:t>
            </a:fld>
            <a:endParaRPr lang="en-US" dirty="0"/>
          </a:p>
        </p:txBody>
      </p:sp>
      <p:sp>
        <p:nvSpPr>
          <p:cNvPr id="13" name="TextBox 12">
            <a:extLst>
              <a:ext uri="{FF2B5EF4-FFF2-40B4-BE49-F238E27FC236}">
                <a16:creationId xmlns:a16="http://schemas.microsoft.com/office/drawing/2014/main" id="{C5530B66-4704-D912-BEE1-FA515A5E070F}"/>
              </a:ext>
            </a:extLst>
          </p:cNvPr>
          <p:cNvSpPr txBox="1"/>
          <p:nvPr/>
        </p:nvSpPr>
        <p:spPr>
          <a:xfrm>
            <a:off x="6235700" y="5445975"/>
            <a:ext cx="5415184" cy="369332"/>
          </a:xfrm>
          <a:prstGeom prst="rect">
            <a:avLst/>
          </a:prstGeom>
          <a:solidFill>
            <a:schemeClr val="bg2"/>
          </a:solidFill>
        </p:spPr>
        <p:txBody>
          <a:bodyPr wrap="square" rtlCol="0">
            <a:spAutoFit/>
          </a:bodyPr>
          <a:lstStyle/>
          <a:p>
            <a:r>
              <a:rPr lang="en-US"/>
              <a:t>Author: </a:t>
            </a:r>
            <a:r>
              <a:rPr lang="en-US" dirty="0"/>
              <a:t>Olatunji Bilikisu</a:t>
            </a:r>
          </a:p>
        </p:txBody>
      </p:sp>
      <p:sp>
        <p:nvSpPr>
          <p:cNvPr id="14" name="TextBox 13">
            <a:extLst>
              <a:ext uri="{FF2B5EF4-FFF2-40B4-BE49-F238E27FC236}">
                <a16:creationId xmlns:a16="http://schemas.microsoft.com/office/drawing/2014/main" id="{E71BC612-A188-EDF7-3F0A-58FAED4D494A}"/>
              </a:ext>
            </a:extLst>
          </p:cNvPr>
          <p:cNvSpPr txBox="1"/>
          <p:nvPr/>
        </p:nvSpPr>
        <p:spPr>
          <a:xfrm>
            <a:off x="6235700" y="5863285"/>
            <a:ext cx="5415184" cy="369332"/>
          </a:xfrm>
          <a:prstGeom prst="rect">
            <a:avLst/>
          </a:prstGeom>
          <a:solidFill>
            <a:schemeClr val="bg2"/>
          </a:solidFill>
        </p:spPr>
        <p:txBody>
          <a:bodyPr wrap="square" rtlCol="0">
            <a:spAutoFit/>
          </a:bodyPr>
          <a:lstStyle>
            <a:defPPr>
              <a:defRPr lang="en-US"/>
            </a:defPPr>
            <a:lvl1pPr>
              <a:defRPr/>
            </a:lvl1pPr>
          </a:lstStyle>
          <a:p>
            <a:r>
              <a:rPr lang="en-US" dirty="0"/>
              <a:t>Date: January 2026</a:t>
            </a:r>
          </a:p>
        </p:txBody>
      </p:sp>
    </p:spTree>
    <p:extLst>
      <p:ext uri="{BB962C8B-B14F-4D97-AF65-F5344CB8AC3E}">
        <p14:creationId xmlns:p14="http://schemas.microsoft.com/office/powerpoint/2010/main" val="3539913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9FAFB"/>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r>
              <a:rPr lang="en-US" sz="3400" b="1" dirty="0">
                <a:solidFill>
                  <a:srgbClr val="1F2937"/>
                </a:solidFill>
                <a:latin typeface="Aptos Display" pitchFamily="34" charset="0"/>
              </a:rPr>
              <a:t>Problem Statement</a:t>
            </a:r>
          </a:p>
        </p:txBody>
      </p:sp>
      <p:sp>
        <p:nvSpPr>
          <p:cNvPr id="12" name="Shape 10"/>
          <p:cNvSpPr/>
          <p:nvPr/>
        </p:nvSpPr>
        <p:spPr>
          <a:xfrm>
            <a:off x="548640" y="1051249"/>
            <a:ext cx="11064240" cy="5120951"/>
          </a:xfrm>
          <a:prstGeom prst="roundRect">
            <a:avLst>
              <a:gd name="adj" fmla="val 3653"/>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sz="3200" dirty="0"/>
          </a:p>
        </p:txBody>
      </p:sp>
      <p:sp>
        <p:nvSpPr>
          <p:cNvPr id="16" name="Content Placeholder 2">
            <a:extLst>
              <a:ext uri="{FF2B5EF4-FFF2-40B4-BE49-F238E27FC236}">
                <a16:creationId xmlns:a16="http://schemas.microsoft.com/office/drawing/2014/main" id="{57D5BA0F-4D43-B8A8-CE06-CA0D56466323}"/>
              </a:ext>
            </a:extLst>
          </p:cNvPr>
          <p:cNvSpPr txBox="1">
            <a:spLocks/>
          </p:cNvSpPr>
          <p:nvPr/>
        </p:nvSpPr>
        <p:spPr>
          <a:xfrm>
            <a:off x="765111" y="1362269"/>
            <a:ext cx="10686660" cy="45630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Customer churn is a critical issue in telecom.</a:t>
            </a:r>
          </a:p>
          <a:p>
            <a:r>
              <a:rPr lang="en-US" dirty="0"/>
              <a:t>Churn reduces revenue and increases acquisition costs; targeting high-risk customers improves retention ROI.</a:t>
            </a:r>
          </a:p>
          <a:p>
            <a:r>
              <a:rPr lang="en-US" dirty="0"/>
              <a:t>Nigeria’s telecom market worth $9.5B (2025), projected to grow to $12B by 2030.</a:t>
            </a:r>
          </a:p>
          <a:p>
            <a:r>
              <a:rPr lang="en-US" dirty="0"/>
              <a:t>Example: MTN reduced churn from 26% → 5%, Airtel from 15% → 3%.</a:t>
            </a:r>
          </a:p>
        </p:txBody>
      </p:sp>
      <p:sp>
        <p:nvSpPr>
          <p:cNvPr id="3" name="Text 8">
            <a:extLst>
              <a:ext uri="{FF2B5EF4-FFF2-40B4-BE49-F238E27FC236}">
                <a16:creationId xmlns:a16="http://schemas.microsoft.com/office/drawing/2014/main" id="{0887BEBD-D299-3639-1C44-7F94F2508057}"/>
              </a:ext>
            </a:extLst>
          </p:cNvPr>
          <p:cNvSpPr/>
          <p:nvPr/>
        </p:nvSpPr>
        <p:spPr>
          <a:xfrm>
            <a:off x="548640" y="6537960"/>
            <a:ext cx="11064240" cy="2286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2/13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a:extLst>
            <a:ext uri="{FF2B5EF4-FFF2-40B4-BE49-F238E27FC236}">
              <a16:creationId xmlns:a16="http://schemas.microsoft.com/office/drawing/2014/main" id="{75001254-7B6E-6516-576D-9BD9F221E8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C680AEA-221F-4099-F14F-7A9E98B9A5EA}"/>
              </a:ext>
            </a:extLst>
          </p:cNvPr>
          <p:cNvSpPr/>
          <p:nvPr/>
        </p:nvSpPr>
        <p:spPr>
          <a:xfrm>
            <a:off x="548640" y="338328"/>
            <a:ext cx="11288175" cy="548640"/>
          </a:xfrm>
          <a:prstGeom prst="rect">
            <a:avLst/>
          </a:prstGeom>
          <a:noFill/>
          <a:ln/>
        </p:spPr>
        <p:txBody>
          <a:bodyPr wrap="square" rtlCol="0" anchor="ctr"/>
          <a:lstStyle/>
          <a:p>
            <a:r>
              <a:rPr lang="en-US" sz="3400" b="1" dirty="0">
                <a:solidFill>
                  <a:srgbClr val="1F2937"/>
                </a:solidFill>
                <a:latin typeface="Aptos Display" pitchFamily="34" charset="0"/>
              </a:rPr>
              <a:t>Predicting Customer Churn in Telecom</a:t>
            </a:r>
          </a:p>
        </p:txBody>
      </p:sp>
      <p:sp>
        <p:nvSpPr>
          <p:cNvPr id="3" name="Text 1">
            <a:extLst>
              <a:ext uri="{FF2B5EF4-FFF2-40B4-BE49-F238E27FC236}">
                <a16:creationId xmlns:a16="http://schemas.microsoft.com/office/drawing/2014/main" id="{9C7B1E41-D9BA-3CE2-18CC-00B949065639}"/>
              </a:ext>
            </a:extLst>
          </p:cNvPr>
          <p:cNvSpPr/>
          <p:nvPr/>
        </p:nvSpPr>
        <p:spPr>
          <a:xfrm>
            <a:off x="548640" y="932688"/>
            <a:ext cx="11064240" cy="365760"/>
          </a:xfrm>
          <a:prstGeom prst="rect">
            <a:avLst/>
          </a:prstGeom>
          <a:noFill/>
          <a:ln/>
        </p:spPr>
        <p:txBody>
          <a:bodyPr wrap="square" rtlCol="0" anchor="ctr"/>
          <a:lstStyle/>
          <a:p>
            <a:r>
              <a:rPr lang="en-US" sz="1600" b="1" dirty="0">
                <a:solidFill>
                  <a:srgbClr val="1F2937"/>
                </a:solidFill>
                <a:latin typeface="Aptos Display" pitchFamily="34" charset="0"/>
              </a:rPr>
              <a:t>Predicting Customer Churn in Telecom -&gt; </a:t>
            </a:r>
            <a:r>
              <a:rPr lang="en-US" sz="1600" b="1" dirty="0">
                <a:solidFill>
                  <a:srgbClr val="1F2937"/>
                </a:solidFill>
                <a:latin typeface="Aptos Display" pitchFamily="34" charset="0"/>
                <a:ea typeface="Aptos Display" pitchFamily="34" charset="-122"/>
                <a:cs typeface="Aptos Display" pitchFamily="34" charset="-120"/>
              </a:rPr>
              <a:t>Churn Retention Targeting</a:t>
            </a:r>
            <a:endParaRPr lang="en-US" sz="1600" dirty="0"/>
          </a:p>
        </p:txBody>
      </p:sp>
      <p:sp>
        <p:nvSpPr>
          <p:cNvPr id="4" name="Shape 2">
            <a:extLst>
              <a:ext uri="{FF2B5EF4-FFF2-40B4-BE49-F238E27FC236}">
                <a16:creationId xmlns:a16="http://schemas.microsoft.com/office/drawing/2014/main" id="{E38EFCAA-5F03-7B02-2FFF-BC202AEC4FBF}"/>
              </a:ext>
            </a:extLst>
          </p:cNvPr>
          <p:cNvSpPr/>
          <p:nvPr/>
        </p:nvSpPr>
        <p:spPr>
          <a:xfrm>
            <a:off x="548640" y="1417320"/>
            <a:ext cx="2560320" cy="384048"/>
          </a:xfrm>
          <a:prstGeom prst="roundRect">
            <a:avLst/>
          </a:prstGeom>
          <a:solidFill>
            <a:srgbClr val="EEF2FF"/>
          </a:solidFill>
          <a:ln w="12700">
            <a:solidFill>
              <a:srgbClr val="C7D2FE"/>
            </a:solidFill>
            <a:prstDash val="solid"/>
          </a:ln>
        </p:spPr>
        <p:txBody>
          <a:bodyPr/>
          <a:lstStyle/>
          <a:p>
            <a:endParaRPr lang="en-US"/>
          </a:p>
        </p:txBody>
      </p:sp>
      <p:sp>
        <p:nvSpPr>
          <p:cNvPr id="5" name="Text 3">
            <a:extLst>
              <a:ext uri="{FF2B5EF4-FFF2-40B4-BE49-F238E27FC236}">
                <a16:creationId xmlns:a16="http://schemas.microsoft.com/office/drawing/2014/main" id="{108563D9-B3E1-5C55-A749-C32C151860E8}"/>
              </a:ext>
            </a:extLst>
          </p:cNvPr>
          <p:cNvSpPr/>
          <p:nvPr/>
        </p:nvSpPr>
        <p:spPr>
          <a:xfrm>
            <a:off x="676656" y="1481328"/>
            <a:ext cx="2304288" cy="274320"/>
          </a:xfrm>
          <a:prstGeom prst="rect">
            <a:avLst/>
          </a:prstGeom>
          <a:noFill/>
          <a:ln/>
        </p:spPr>
        <p:txBody>
          <a:bodyPr wrap="square" rtlCol="0" anchor="ctr"/>
          <a:lstStyle/>
          <a:p>
            <a:pPr marL="0" indent="0">
              <a:buNone/>
            </a:pPr>
            <a:r>
              <a:rPr lang="en-US" sz="1300" b="1" dirty="0">
                <a:solidFill>
                  <a:srgbClr val="3730A3"/>
                </a:solidFill>
                <a:latin typeface="Aptos" pitchFamily="34" charset="0"/>
                <a:ea typeface="Aptos" pitchFamily="34" charset="-122"/>
                <a:cs typeface="Aptos" pitchFamily="34" charset="-120"/>
              </a:rPr>
              <a:t>Baseline churn ≈ 26.5%</a:t>
            </a:r>
            <a:endParaRPr lang="en-US" sz="1300" dirty="0"/>
          </a:p>
        </p:txBody>
      </p:sp>
      <p:sp>
        <p:nvSpPr>
          <p:cNvPr id="6" name="Shape 4">
            <a:extLst>
              <a:ext uri="{FF2B5EF4-FFF2-40B4-BE49-F238E27FC236}">
                <a16:creationId xmlns:a16="http://schemas.microsoft.com/office/drawing/2014/main" id="{1A800FAC-66FC-020F-6CBF-9D8BD48E3DC5}"/>
              </a:ext>
            </a:extLst>
          </p:cNvPr>
          <p:cNvSpPr/>
          <p:nvPr/>
        </p:nvSpPr>
        <p:spPr>
          <a:xfrm>
            <a:off x="3246120" y="1417320"/>
            <a:ext cx="2468880" cy="384048"/>
          </a:xfrm>
          <a:prstGeom prst="roundRect">
            <a:avLst/>
          </a:prstGeom>
          <a:solidFill>
            <a:srgbClr val="EEF2FF"/>
          </a:solidFill>
          <a:ln w="12700">
            <a:solidFill>
              <a:srgbClr val="C7D2FE"/>
            </a:solidFill>
            <a:prstDash val="solid"/>
          </a:ln>
        </p:spPr>
        <p:txBody>
          <a:bodyPr/>
          <a:lstStyle/>
          <a:p>
            <a:endParaRPr lang="en-US"/>
          </a:p>
        </p:txBody>
      </p:sp>
      <p:sp>
        <p:nvSpPr>
          <p:cNvPr id="7" name="Text 5">
            <a:extLst>
              <a:ext uri="{FF2B5EF4-FFF2-40B4-BE49-F238E27FC236}">
                <a16:creationId xmlns:a16="http://schemas.microsoft.com/office/drawing/2014/main" id="{F024A6F2-CD1B-6E87-6664-C13A910472E0}"/>
              </a:ext>
            </a:extLst>
          </p:cNvPr>
          <p:cNvSpPr/>
          <p:nvPr/>
        </p:nvSpPr>
        <p:spPr>
          <a:xfrm>
            <a:off x="3374136" y="1481328"/>
            <a:ext cx="2212848" cy="274320"/>
          </a:xfrm>
          <a:prstGeom prst="rect">
            <a:avLst/>
          </a:prstGeom>
          <a:noFill/>
          <a:ln/>
        </p:spPr>
        <p:txBody>
          <a:bodyPr wrap="square" rtlCol="0" anchor="ctr"/>
          <a:lstStyle/>
          <a:p>
            <a:pPr marL="0" indent="0">
              <a:buNone/>
            </a:pPr>
            <a:r>
              <a:rPr lang="en-US" sz="1300" b="1" dirty="0">
                <a:solidFill>
                  <a:srgbClr val="3730A3"/>
                </a:solidFill>
                <a:latin typeface="Aptos" pitchFamily="34" charset="0"/>
                <a:ea typeface="Aptos" pitchFamily="34" charset="-122"/>
                <a:cs typeface="Aptos" pitchFamily="34" charset="-120"/>
              </a:rPr>
              <a:t>Best Lift@10% ≈ 2.89×</a:t>
            </a:r>
            <a:endParaRPr lang="en-US" sz="1300" dirty="0"/>
          </a:p>
        </p:txBody>
      </p:sp>
      <p:sp>
        <p:nvSpPr>
          <p:cNvPr id="8" name="Shape 6">
            <a:extLst>
              <a:ext uri="{FF2B5EF4-FFF2-40B4-BE49-F238E27FC236}">
                <a16:creationId xmlns:a16="http://schemas.microsoft.com/office/drawing/2014/main" id="{7D11925C-1594-D38E-846B-491605C38D59}"/>
              </a:ext>
            </a:extLst>
          </p:cNvPr>
          <p:cNvSpPr/>
          <p:nvPr/>
        </p:nvSpPr>
        <p:spPr>
          <a:xfrm>
            <a:off x="5806440" y="1417320"/>
            <a:ext cx="2926080" cy="384048"/>
          </a:xfrm>
          <a:prstGeom prst="roundRect">
            <a:avLst/>
          </a:prstGeom>
          <a:solidFill>
            <a:srgbClr val="EEF2FF"/>
          </a:solidFill>
          <a:ln w="12700">
            <a:solidFill>
              <a:srgbClr val="C7D2FE"/>
            </a:solidFill>
            <a:prstDash val="solid"/>
          </a:ln>
        </p:spPr>
        <p:txBody>
          <a:bodyPr/>
          <a:lstStyle/>
          <a:p>
            <a:endParaRPr lang="en-US"/>
          </a:p>
        </p:txBody>
      </p:sp>
      <p:sp>
        <p:nvSpPr>
          <p:cNvPr id="9" name="Text 7">
            <a:extLst>
              <a:ext uri="{FF2B5EF4-FFF2-40B4-BE49-F238E27FC236}">
                <a16:creationId xmlns:a16="http://schemas.microsoft.com/office/drawing/2014/main" id="{77307C90-DD22-3ED0-2D1F-251C37BC7F18}"/>
              </a:ext>
            </a:extLst>
          </p:cNvPr>
          <p:cNvSpPr/>
          <p:nvPr/>
        </p:nvSpPr>
        <p:spPr>
          <a:xfrm>
            <a:off x="5934456" y="1481328"/>
            <a:ext cx="2670048" cy="274320"/>
          </a:xfrm>
          <a:prstGeom prst="rect">
            <a:avLst/>
          </a:prstGeom>
          <a:noFill/>
          <a:ln/>
        </p:spPr>
        <p:txBody>
          <a:bodyPr wrap="square" rtlCol="0" anchor="ctr"/>
          <a:lstStyle/>
          <a:p>
            <a:pPr marL="0" indent="0">
              <a:buNone/>
            </a:pPr>
            <a:r>
              <a:rPr lang="en-US" sz="1300" b="1" dirty="0">
                <a:solidFill>
                  <a:srgbClr val="3730A3"/>
                </a:solidFill>
                <a:latin typeface="Aptos" pitchFamily="34" charset="0"/>
                <a:ea typeface="Aptos" pitchFamily="34" charset="-122"/>
                <a:cs typeface="Aptos" pitchFamily="34" charset="-120"/>
              </a:rPr>
              <a:t>Champion (weighted): LR (bal)</a:t>
            </a:r>
            <a:endParaRPr lang="en-US" sz="1300" dirty="0"/>
          </a:p>
        </p:txBody>
      </p:sp>
      <p:sp>
        <p:nvSpPr>
          <p:cNvPr id="10" name="Shape 8">
            <a:extLst>
              <a:ext uri="{FF2B5EF4-FFF2-40B4-BE49-F238E27FC236}">
                <a16:creationId xmlns:a16="http://schemas.microsoft.com/office/drawing/2014/main" id="{3C152C9B-05ED-CEAA-6BC3-5E5180504CCD}"/>
              </a:ext>
            </a:extLst>
          </p:cNvPr>
          <p:cNvSpPr/>
          <p:nvPr/>
        </p:nvSpPr>
        <p:spPr>
          <a:xfrm>
            <a:off x="8915400" y="1417320"/>
            <a:ext cx="2743200" cy="384048"/>
          </a:xfrm>
          <a:prstGeom prst="roundRect">
            <a:avLst/>
          </a:prstGeom>
          <a:solidFill>
            <a:srgbClr val="EEF2FF"/>
          </a:solidFill>
          <a:ln w="12700">
            <a:solidFill>
              <a:srgbClr val="C7D2FE"/>
            </a:solidFill>
            <a:prstDash val="solid"/>
          </a:ln>
        </p:spPr>
        <p:txBody>
          <a:bodyPr/>
          <a:lstStyle/>
          <a:p>
            <a:endParaRPr lang="en-US"/>
          </a:p>
        </p:txBody>
      </p:sp>
      <p:sp>
        <p:nvSpPr>
          <p:cNvPr id="11" name="Text 9">
            <a:extLst>
              <a:ext uri="{FF2B5EF4-FFF2-40B4-BE49-F238E27FC236}">
                <a16:creationId xmlns:a16="http://schemas.microsoft.com/office/drawing/2014/main" id="{41FD4604-8CD2-ECB9-E5EA-FCAFF8E0AE99}"/>
              </a:ext>
            </a:extLst>
          </p:cNvPr>
          <p:cNvSpPr/>
          <p:nvPr/>
        </p:nvSpPr>
        <p:spPr>
          <a:xfrm>
            <a:off x="9043416" y="1481328"/>
            <a:ext cx="2487168" cy="274320"/>
          </a:xfrm>
          <a:prstGeom prst="rect">
            <a:avLst/>
          </a:prstGeom>
          <a:noFill/>
          <a:ln/>
        </p:spPr>
        <p:txBody>
          <a:bodyPr wrap="square" rtlCol="0" anchor="ctr"/>
          <a:lstStyle/>
          <a:p>
            <a:pPr marL="0" indent="0">
              <a:buNone/>
            </a:pPr>
            <a:r>
              <a:rPr lang="en-US" sz="1300" b="1" dirty="0">
                <a:solidFill>
                  <a:srgbClr val="3730A3"/>
                </a:solidFill>
                <a:latin typeface="Aptos" pitchFamily="34" charset="0"/>
                <a:ea typeface="Aptos" pitchFamily="34" charset="-122"/>
                <a:cs typeface="Aptos" pitchFamily="34" charset="-120"/>
              </a:rPr>
              <a:t>Challenger: HGB</a:t>
            </a:r>
            <a:endParaRPr lang="en-US" sz="1300" dirty="0"/>
          </a:p>
        </p:txBody>
      </p:sp>
      <p:sp>
        <p:nvSpPr>
          <p:cNvPr id="12" name="Shape 10">
            <a:extLst>
              <a:ext uri="{FF2B5EF4-FFF2-40B4-BE49-F238E27FC236}">
                <a16:creationId xmlns:a16="http://schemas.microsoft.com/office/drawing/2014/main" id="{5BAEC30E-8A36-5F36-4EC7-B51BA4359616}"/>
              </a:ext>
            </a:extLst>
          </p:cNvPr>
          <p:cNvSpPr/>
          <p:nvPr/>
        </p:nvSpPr>
        <p:spPr>
          <a:xfrm>
            <a:off x="548640" y="1965960"/>
            <a:ext cx="11064240" cy="4206240"/>
          </a:xfrm>
          <a:prstGeom prst="roundRect">
            <a:avLst>
              <a:gd name="adj" fmla="val 3653"/>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sz="3200" dirty="0"/>
          </a:p>
        </p:txBody>
      </p:sp>
      <p:sp>
        <p:nvSpPr>
          <p:cNvPr id="13" name="Text 11">
            <a:extLst>
              <a:ext uri="{FF2B5EF4-FFF2-40B4-BE49-F238E27FC236}">
                <a16:creationId xmlns:a16="http://schemas.microsoft.com/office/drawing/2014/main" id="{F413745B-85E3-A547-CC50-1D5E30210098}"/>
              </a:ext>
            </a:extLst>
          </p:cNvPr>
          <p:cNvSpPr/>
          <p:nvPr/>
        </p:nvSpPr>
        <p:spPr>
          <a:xfrm>
            <a:off x="822960" y="2167128"/>
            <a:ext cx="10515600" cy="274320"/>
          </a:xfrm>
          <a:prstGeom prst="rect">
            <a:avLst/>
          </a:prstGeom>
          <a:noFill/>
          <a:ln/>
        </p:spPr>
        <p:txBody>
          <a:bodyPr wrap="square"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What this project delivers</a:t>
            </a:r>
            <a:endParaRPr lang="en-US" sz="2400" dirty="0"/>
          </a:p>
        </p:txBody>
      </p:sp>
      <p:sp>
        <p:nvSpPr>
          <p:cNvPr id="14" name="Text 12">
            <a:extLst>
              <a:ext uri="{FF2B5EF4-FFF2-40B4-BE49-F238E27FC236}">
                <a16:creationId xmlns:a16="http://schemas.microsoft.com/office/drawing/2014/main" id="{D9BDB0B2-9CC4-4EAE-7036-47B0025A12C1}"/>
              </a:ext>
            </a:extLst>
          </p:cNvPr>
          <p:cNvSpPr/>
          <p:nvPr/>
        </p:nvSpPr>
        <p:spPr>
          <a:xfrm>
            <a:off x="868680" y="2514600"/>
            <a:ext cx="10424160" cy="3383280"/>
          </a:xfrm>
          <a:prstGeom prst="rect">
            <a:avLst/>
          </a:prstGeom>
          <a:noFill/>
          <a:ln/>
        </p:spPr>
        <p:txBody>
          <a:bodyPr wrap="square" rtlCol="0" anchor="t"/>
          <a:lstStyle/>
          <a:p>
            <a:pPr marL="228600" indent="-228600">
              <a:lnSpc>
                <a:spcPct val="110000"/>
              </a:lnSpc>
              <a:buSzPct val="100000"/>
              <a:buChar char="•"/>
            </a:pPr>
            <a:r>
              <a:rPr lang="en-US" sz="2400" dirty="0">
                <a:solidFill>
                  <a:srgbClr val="111827"/>
                </a:solidFill>
                <a:latin typeface="Aptos" pitchFamily="34" charset="0"/>
                <a:ea typeface="Aptos" pitchFamily="34" charset="-122"/>
                <a:cs typeface="Aptos" pitchFamily="34" charset="-120"/>
              </a:rPr>
              <a:t>A model that assigns each customer a churn probability (a “risk score”).</a:t>
            </a:r>
            <a:endParaRPr lang="en-US" sz="2400" dirty="0"/>
          </a:p>
          <a:p>
            <a:pPr marL="228600" indent="-228600">
              <a:lnSpc>
                <a:spcPct val="110000"/>
              </a:lnSpc>
              <a:buSzPct val="100000"/>
              <a:buChar char="•"/>
            </a:pPr>
            <a:r>
              <a:rPr lang="en-US" sz="2400" dirty="0">
                <a:solidFill>
                  <a:srgbClr val="111827"/>
                </a:solidFill>
                <a:latin typeface="Aptos" pitchFamily="34" charset="0"/>
                <a:ea typeface="Aptos" pitchFamily="34" charset="-122"/>
                <a:cs typeface="Aptos" pitchFamily="34" charset="-120"/>
              </a:rPr>
              <a:t>A Streamlit app that ranks customers and produces Top 10% / Top 20% outreach lists.</a:t>
            </a:r>
            <a:endParaRPr lang="en-US" sz="2400" dirty="0"/>
          </a:p>
        </p:txBody>
      </p:sp>
      <p:sp>
        <p:nvSpPr>
          <p:cNvPr id="15" name="Text 8">
            <a:extLst>
              <a:ext uri="{FF2B5EF4-FFF2-40B4-BE49-F238E27FC236}">
                <a16:creationId xmlns:a16="http://schemas.microsoft.com/office/drawing/2014/main" id="{8FDCBD55-1B24-0E48-1622-C82B7442D27E}"/>
              </a:ext>
            </a:extLst>
          </p:cNvPr>
          <p:cNvSpPr/>
          <p:nvPr/>
        </p:nvSpPr>
        <p:spPr>
          <a:xfrm>
            <a:off x="548640" y="6537960"/>
            <a:ext cx="11064240" cy="2286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3/13</a:t>
            </a:r>
            <a:endParaRPr lang="en-US" sz="1200" dirty="0"/>
          </a:p>
        </p:txBody>
      </p:sp>
    </p:spTree>
    <p:extLst>
      <p:ext uri="{BB962C8B-B14F-4D97-AF65-F5344CB8AC3E}">
        <p14:creationId xmlns:p14="http://schemas.microsoft.com/office/powerpoint/2010/main" val="1045164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a:extLst>
            <a:ext uri="{FF2B5EF4-FFF2-40B4-BE49-F238E27FC236}">
              <a16:creationId xmlns:a16="http://schemas.microsoft.com/office/drawing/2014/main" id="{E1A606C6-6E1E-8433-B463-969B9DD72F0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7BAA30C-59C9-16C3-159B-57AF9C30D0FB}"/>
              </a:ext>
            </a:extLst>
          </p:cNvPr>
          <p:cNvSpPr/>
          <p:nvPr/>
        </p:nvSpPr>
        <p:spPr>
          <a:xfrm>
            <a:off x="548640" y="338328"/>
            <a:ext cx="11288175" cy="548640"/>
          </a:xfrm>
          <a:prstGeom prst="rect">
            <a:avLst/>
          </a:prstGeom>
          <a:noFill/>
          <a:ln/>
        </p:spPr>
        <p:txBody>
          <a:bodyPr wrap="square" rtlCol="0" anchor="ctr"/>
          <a:lstStyle/>
          <a:p>
            <a:r>
              <a:rPr lang="en-US" sz="3600" b="1" dirty="0">
                <a:solidFill>
                  <a:srgbClr val="111827"/>
                </a:solidFill>
                <a:latin typeface="Aptos Display" pitchFamily="34" charset="0"/>
                <a:ea typeface="Aptos Display" pitchFamily="34" charset="-122"/>
                <a:cs typeface="Aptos Display" pitchFamily="34" charset="-120"/>
              </a:rPr>
              <a:t>Methodology</a:t>
            </a:r>
            <a:endParaRPr lang="en-US" sz="3600" dirty="0"/>
          </a:p>
        </p:txBody>
      </p:sp>
      <p:sp>
        <p:nvSpPr>
          <p:cNvPr id="12" name="Shape 10">
            <a:extLst>
              <a:ext uri="{FF2B5EF4-FFF2-40B4-BE49-F238E27FC236}">
                <a16:creationId xmlns:a16="http://schemas.microsoft.com/office/drawing/2014/main" id="{6E17BC34-B49B-6148-9EA4-6B8068C03C79}"/>
              </a:ext>
            </a:extLst>
          </p:cNvPr>
          <p:cNvSpPr/>
          <p:nvPr/>
        </p:nvSpPr>
        <p:spPr>
          <a:xfrm>
            <a:off x="548640" y="1159060"/>
            <a:ext cx="11064240" cy="5013140"/>
          </a:xfrm>
          <a:prstGeom prst="roundRect">
            <a:avLst>
              <a:gd name="adj" fmla="val 3653"/>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sz="3200" dirty="0"/>
          </a:p>
        </p:txBody>
      </p:sp>
      <p:sp>
        <p:nvSpPr>
          <p:cNvPr id="13" name="Text 11">
            <a:extLst>
              <a:ext uri="{FF2B5EF4-FFF2-40B4-BE49-F238E27FC236}">
                <a16:creationId xmlns:a16="http://schemas.microsoft.com/office/drawing/2014/main" id="{0F61D961-152C-CAEB-4443-37CE15984926}"/>
              </a:ext>
            </a:extLst>
          </p:cNvPr>
          <p:cNvSpPr/>
          <p:nvPr/>
        </p:nvSpPr>
        <p:spPr>
          <a:xfrm>
            <a:off x="822960" y="2167128"/>
            <a:ext cx="10515600" cy="274320"/>
          </a:xfrm>
          <a:prstGeom prst="rect">
            <a:avLst/>
          </a:prstGeom>
          <a:noFill/>
          <a:ln/>
        </p:spPr>
        <p:txBody>
          <a:bodyPr wrap="square" rtlCol="0" anchor="ctr"/>
          <a:lstStyle/>
          <a:p>
            <a:pPr marL="0" indent="0">
              <a:buNone/>
            </a:pPr>
            <a:endParaRPr lang="en-US" sz="2400" dirty="0"/>
          </a:p>
        </p:txBody>
      </p:sp>
      <p:grpSp>
        <p:nvGrpSpPr>
          <p:cNvPr id="5" name="Group 4">
            <a:extLst>
              <a:ext uri="{FF2B5EF4-FFF2-40B4-BE49-F238E27FC236}">
                <a16:creationId xmlns:a16="http://schemas.microsoft.com/office/drawing/2014/main" id="{A336A480-177C-D6E2-3AD3-9020A2289BF6}"/>
              </a:ext>
            </a:extLst>
          </p:cNvPr>
          <p:cNvGrpSpPr/>
          <p:nvPr/>
        </p:nvGrpSpPr>
        <p:grpSpPr>
          <a:xfrm>
            <a:off x="815340" y="1779016"/>
            <a:ext cx="3383280" cy="1234440"/>
            <a:chOff x="731520" y="3146904"/>
            <a:chExt cx="3383280" cy="1234440"/>
          </a:xfrm>
        </p:grpSpPr>
        <p:sp>
          <p:nvSpPr>
            <p:cNvPr id="15" name="Shape 3">
              <a:extLst>
                <a:ext uri="{FF2B5EF4-FFF2-40B4-BE49-F238E27FC236}">
                  <a16:creationId xmlns:a16="http://schemas.microsoft.com/office/drawing/2014/main" id="{CF8A58B3-C97A-D027-CE12-B3BFA7ACEEB4}"/>
                </a:ext>
              </a:extLst>
            </p:cNvPr>
            <p:cNvSpPr/>
            <p:nvPr/>
          </p:nvSpPr>
          <p:spPr>
            <a:xfrm>
              <a:off x="731520" y="3146904"/>
              <a:ext cx="3383280" cy="1234440"/>
            </a:xfrm>
            <a:prstGeom prst="roundRect">
              <a:avLst/>
            </a:prstGeom>
            <a:solidFill>
              <a:srgbClr val="FFFFFF"/>
            </a:solidFill>
            <a:ln w="12700">
              <a:solidFill>
                <a:srgbClr val="0F766E"/>
              </a:solidFill>
              <a:prstDash val="solid"/>
            </a:ln>
            <a:effectLst>
              <a:outerShdw blurRad="38100" dist="19050" dir="2700000" algn="bl" rotWithShape="0">
                <a:srgbClr val="000000">
                  <a:alpha val="18000"/>
                </a:srgbClr>
              </a:outerShdw>
            </a:effectLst>
          </p:spPr>
          <p:txBody>
            <a:bodyPr/>
            <a:lstStyle/>
            <a:p>
              <a:endParaRPr lang="en-US"/>
            </a:p>
          </p:txBody>
        </p:sp>
        <p:sp>
          <p:nvSpPr>
            <p:cNvPr id="16" name="Text 4">
              <a:extLst>
                <a:ext uri="{FF2B5EF4-FFF2-40B4-BE49-F238E27FC236}">
                  <a16:creationId xmlns:a16="http://schemas.microsoft.com/office/drawing/2014/main" id="{112E1864-9493-9CC6-E624-1F9ED746EAAC}"/>
                </a:ext>
              </a:extLst>
            </p:cNvPr>
            <p:cNvSpPr/>
            <p:nvPr/>
          </p:nvSpPr>
          <p:spPr>
            <a:xfrm>
              <a:off x="960120" y="3284064"/>
              <a:ext cx="2926080" cy="274320"/>
            </a:xfrm>
            <a:prstGeom prst="rect">
              <a:avLst/>
            </a:prstGeom>
            <a:noFill/>
            <a:ln/>
          </p:spPr>
          <p:txBody>
            <a:bodyPr wrap="square" rtlCol="0" anchor="ctr"/>
            <a:lstStyle/>
            <a:p>
              <a:pPr marL="0" indent="0">
                <a:buNone/>
              </a:pPr>
              <a:r>
                <a:rPr lang="en-US" sz="1400" b="1" dirty="0">
                  <a:solidFill>
                    <a:schemeClr val="tx1">
                      <a:lumMod val="75000"/>
                      <a:lumOff val="25000"/>
                    </a:schemeClr>
                  </a:solidFill>
                  <a:latin typeface="Calibri" pitchFamily="34" charset="0"/>
                  <a:ea typeface="Calibri" pitchFamily="34" charset="-122"/>
                  <a:cs typeface="Calibri" pitchFamily="34" charset="-120"/>
                </a:rPr>
                <a:t>Dataset</a:t>
              </a:r>
              <a:endParaRPr lang="en-US" sz="1400" dirty="0">
                <a:solidFill>
                  <a:schemeClr val="tx1">
                    <a:lumMod val="75000"/>
                    <a:lumOff val="25000"/>
                  </a:schemeClr>
                </a:solidFill>
              </a:endParaRPr>
            </a:p>
          </p:txBody>
        </p:sp>
        <p:sp>
          <p:nvSpPr>
            <p:cNvPr id="17" name="Text 5">
              <a:extLst>
                <a:ext uri="{FF2B5EF4-FFF2-40B4-BE49-F238E27FC236}">
                  <a16:creationId xmlns:a16="http://schemas.microsoft.com/office/drawing/2014/main" id="{ECDAA98C-BADE-22E8-298F-8620215B10C4}"/>
                </a:ext>
              </a:extLst>
            </p:cNvPr>
            <p:cNvSpPr/>
            <p:nvPr/>
          </p:nvSpPr>
          <p:spPr>
            <a:xfrm>
              <a:off x="960120" y="3604104"/>
              <a:ext cx="2926080" cy="621538"/>
            </a:xfrm>
            <a:prstGeom prst="rect">
              <a:avLst/>
            </a:prstGeom>
            <a:noFill/>
            <a:ln/>
          </p:spPr>
          <p:txBody>
            <a:bodyPr wrap="square" rtlCol="0" anchor="t"/>
            <a:lstStyle/>
            <a:p>
              <a:pPr marL="0" indent="0">
                <a:buNone/>
              </a:pPr>
              <a:r>
                <a:rPr lang="en-US" sz="1200" dirty="0">
                  <a:solidFill>
                    <a:srgbClr val="111827"/>
                  </a:solidFill>
                  <a:latin typeface="Calibri" pitchFamily="34" charset="0"/>
                  <a:ea typeface="Calibri" pitchFamily="34" charset="-122"/>
                  <a:cs typeface="Calibri" pitchFamily="34" charset="-120"/>
                </a:rPr>
                <a:t>data/processed/</a:t>
              </a:r>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 telco_churn_processed.csv</a:t>
              </a:r>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(or uploaded CSV)</a:t>
              </a:r>
              <a:endParaRPr lang="en-US" sz="1200" dirty="0"/>
            </a:p>
          </p:txBody>
        </p:sp>
      </p:grpSp>
      <p:grpSp>
        <p:nvGrpSpPr>
          <p:cNvPr id="6" name="Group 5">
            <a:extLst>
              <a:ext uri="{FF2B5EF4-FFF2-40B4-BE49-F238E27FC236}">
                <a16:creationId xmlns:a16="http://schemas.microsoft.com/office/drawing/2014/main" id="{249DED57-EEB2-E7C8-307A-25E799AE6F14}"/>
              </a:ext>
            </a:extLst>
          </p:cNvPr>
          <p:cNvGrpSpPr/>
          <p:nvPr/>
        </p:nvGrpSpPr>
        <p:grpSpPr>
          <a:xfrm>
            <a:off x="4351021" y="2822259"/>
            <a:ext cx="3383280" cy="1234440"/>
            <a:chOff x="4480560" y="3146904"/>
            <a:chExt cx="3383280" cy="1234440"/>
          </a:xfrm>
        </p:grpSpPr>
        <p:sp>
          <p:nvSpPr>
            <p:cNvPr id="18" name="Shape 6">
              <a:extLst>
                <a:ext uri="{FF2B5EF4-FFF2-40B4-BE49-F238E27FC236}">
                  <a16:creationId xmlns:a16="http://schemas.microsoft.com/office/drawing/2014/main" id="{0D9DD63E-9F89-7E33-303C-711EE6E6BF0F}"/>
                </a:ext>
              </a:extLst>
            </p:cNvPr>
            <p:cNvSpPr/>
            <p:nvPr/>
          </p:nvSpPr>
          <p:spPr>
            <a:xfrm>
              <a:off x="4480560" y="3146904"/>
              <a:ext cx="3383280" cy="1234440"/>
            </a:xfrm>
            <a:prstGeom prst="roundRect">
              <a:avLst/>
            </a:prstGeom>
            <a:solidFill>
              <a:srgbClr val="FFFFFF"/>
            </a:solidFill>
            <a:ln w="12700">
              <a:solidFill>
                <a:srgbClr val="0F766E"/>
              </a:solidFill>
              <a:prstDash val="solid"/>
            </a:ln>
            <a:effectLst>
              <a:outerShdw blurRad="38100" dist="19050" dir="2700000" algn="bl" rotWithShape="0">
                <a:srgbClr val="000000">
                  <a:alpha val="18000"/>
                </a:srgbClr>
              </a:outerShdw>
            </a:effectLst>
          </p:spPr>
          <p:txBody>
            <a:bodyPr/>
            <a:lstStyle/>
            <a:p>
              <a:endParaRPr lang="en-US"/>
            </a:p>
          </p:txBody>
        </p:sp>
        <p:sp>
          <p:nvSpPr>
            <p:cNvPr id="19" name="Text 7">
              <a:extLst>
                <a:ext uri="{FF2B5EF4-FFF2-40B4-BE49-F238E27FC236}">
                  <a16:creationId xmlns:a16="http://schemas.microsoft.com/office/drawing/2014/main" id="{291B1B98-F26E-A015-3E65-143433ED27D7}"/>
                </a:ext>
              </a:extLst>
            </p:cNvPr>
            <p:cNvSpPr/>
            <p:nvPr/>
          </p:nvSpPr>
          <p:spPr>
            <a:xfrm>
              <a:off x="4709160" y="3284064"/>
              <a:ext cx="2926080" cy="274320"/>
            </a:xfrm>
            <a:prstGeom prst="rect">
              <a:avLst/>
            </a:prstGeom>
            <a:noFill/>
            <a:ln/>
          </p:spPr>
          <p:txBody>
            <a:bodyPr wrap="square" rtlCol="0" anchor="ctr"/>
            <a:lstStyle/>
            <a:p>
              <a:pPr marL="0" indent="0">
                <a:buNone/>
              </a:pPr>
              <a:r>
                <a:rPr lang="en-US" sz="1400" b="1" dirty="0">
                  <a:solidFill>
                    <a:schemeClr val="tx1">
                      <a:lumMod val="75000"/>
                      <a:lumOff val="25000"/>
                    </a:schemeClr>
                  </a:solidFill>
                  <a:latin typeface="Calibri" pitchFamily="34" charset="0"/>
                  <a:ea typeface="Calibri" pitchFamily="34" charset="-122"/>
                  <a:cs typeface="Calibri" pitchFamily="34" charset="-120"/>
                </a:rPr>
                <a:t>Model</a:t>
              </a:r>
              <a:endParaRPr lang="en-US" sz="1400" dirty="0">
                <a:solidFill>
                  <a:schemeClr val="tx1">
                    <a:lumMod val="75000"/>
                    <a:lumOff val="25000"/>
                  </a:schemeClr>
                </a:solidFill>
              </a:endParaRPr>
            </a:p>
          </p:txBody>
        </p:sp>
        <p:sp>
          <p:nvSpPr>
            <p:cNvPr id="20" name="Text 8">
              <a:extLst>
                <a:ext uri="{FF2B5EF4-FFF2-40B4-BE49-F238E27FC236}">
                  <a16:creationId xmlns:a16="http://schemas.microsoft.com/office/drawing/2014/main" id="{449FE487-3A4A-1C87-FAC2-455691B116C5}"/>
                </a:ext>
              </a:extLst>
            </p:cNvPr>
            <p:cNvSpPr/>
            <p:nvPr/>
          </p:nvSpPr>
          <p:spPr>
            <a:xfrm>
              <a:off x="4709160" y="3604104"/>
              <a:ext cx="2926080" cy="621538"/>
            </a:xfrm>
            <a:prstGeom prst="rect">
              <a:avLst/>
            </a:prstGeom>
            <a:noFill/>
            <a:ln/>
          </p:spPr>
          <p:txBody>
            <a:bodyPr wrap="square" rtlCol="0" anchor="t"/>
            <a:lstStyle/>
            <a:p>
              <a:pPr marL="0" indent="0">
                <a:buNone/>
              </a:pPr>
              <a:r>
                <a:rPr lang="en-US" sz="1200" dirty="0" err="1">
                  <a:solidFill>
                    <a:srgbClr val="111827"/>
                  </a:solidFill>
                  <a:latin typeface="Calibri" pitchFamily="34" charset="0"/>
                  <a:ea typeface="Calibri" pitchFamily="34" charset="-122"/>
                  <a:cs typeface="Calibri" pitchFamily="34" charset="-120"/>
                </a:rPr>
                <a:t>joblib</a:t>
              </a:r>
              <a:r>
                <a:rPr lang="en-US" sz="1200" dirty="0">
                  <a:solidFill>
                    <a:srgbClr val="111827"/>
                  </a:solidFill>
                  <a:latin typeface="Calibri" pitchFamily="34" charset="0"/>
                  <a:ea typeface="Calibri" pitchFamily="34" charset="-122"/>
                  <a:cs typeface="Calibri" pitchFamily="34" charset="-120"/>
                </a:rPr>
                <a:t> load</a:t>
              </a:r>
            </a:p>
            <a:p>
              <a:r>
                <a:rPr lang="en-US" sz="1200" dirty="0" err="1">
                  <a:solidFill>
                    <a:srgbClr val="111827"/>
                  </a:solidFill>
                  <a:latin typeface="Calibri" pitchFamily="34" charset="0"/>
                  <a:ea typeface="Calibri" pitchFamily="34" charset="-122"/>
                  <a:cs typeface="Calibri" pitchFamily="34" charset="-120"/>
                </a:rPr>
                <a:t>logistic_regression_balanced.pkl</a:t>
              </a:r>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 logistic_regression.pkl</a:t>
              </a:r>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 hist_gradient_boosting.pkl</a:t>
              </a:r>
              <a:endParaRPr lang="en-US" sz="1200" dirty="0"/>
            </a:p>
          </p:txBody>
        </p:sp>
      </p:grpSp>
      <p:grpSp>
        <p:nvGrpSpPr>
          <p:cNvPr id="7" name="Group 6">
            <a:extLst>
              <a:ext uri="{FF2B5EF4-FFF2-40B4-BE49-F238E27FC236}">
                <a16:creationId xmlns:a16="http://schemas.microsoft.com/office/drawing/2014/main" id="{DFDB498E-BEAA-E5A3-E7CD-04BE6DEBECF2}"/>
              </a:ext>
            </a:extLst>
          </p:cNvPr>
          <p:cNvGrpSpPr/>
          <p:nvPr/>
        </p:nvGrpSpPr>
        <p:grpSpPr>
          <a:xfrm>
            <a:off x="7962901" y="3756602"/>
            <a:ext cx="3383280" cy="1234440"/>
            <a:chOff x="8229600" y="3146904"/>
            <a:chExt cx="3383280" cy="1234440"/>
          </a:xfrm>
        </p:grpSpPr>
        <p:sp>
          <p:nvSpPr>
            <p:cNvPr id="21" name="Shape 9">
              <a:extLst>
                <a:ext uri="{FF2B5EF4-FFF2-40B4-BE49-F238E27FC236}">
                  <a16:creationId xmlns:a16="http://schemas.microsoft.com/office/drawing/2014/main" id="{9EDE7B94-AFC3-A74A-E257-F48D53B5CD6F}"/>
                </a:ext>
              </a:extLst>
            </p:cNvPr>
            <p:cNvSpPr/>
            <p:nvPr/>
          </p:nvSpPr>
          <p:spPr>
            <a:xfrm>
              <a:off x="8229600" y="3146904"/>
              <a:ext cx="3383280" cy="1234440"/>
            </a:xfrm>
            <a:prstGeom prst="roundRect">
              <a:avLst/>
            </a:prstGeom>
            <a:solidFill>
              <a:srgbClr val="FFFFFF"/>
            </a:solidFill>
            <a:ln w="12700">
              <a:solidFill>
                <a:srgbClr val="0F766E"/>
              </a:solidFill>
              <a:prstDash val="solid"/>
            </a:ln>
            <a:effectLst>
              <a:outerShdw blurRad="38100" dist="19050" dir="2700000" algn="bl" rotWithShape="0">
                <a:srgbClr val="000000">
                  <a:alpha val="18000"/>
                </a:srgbClr>
              </a:outerShdw>
            </a:effectLst>
          </p:spPr>
          <p:txBody>
            <a:bodyPr/>
            <a:lstStyle/>
            <a:p>
              <a:endParaRPr lang="en-US"/>
            </a:p>
          </p:txBody>
        </p:sp>
        <p:sp>
          <p:nvSpPr>
            <p:cNvPr id="22" name="Text 10">
              <a:extLst>
                <a:ext uri="{FF2B5EF4-FFF2-40B4-BE49-F238E27FC236}">
                  <a16:creationId xmlns:a16="http://schemas.microsoft.com/office/drawing/2014/main" id="{976ABEA2-C1EB-DD73-B331-16E83627EDBD}"/>
                </a:ext>
              </a:extLst>
            </p:cNvPr>
            <p:cNvSpPr/>
            <p:nvPr/>
          </p:nvSpPr>
          <p:spPr>
            <a:xfrm>
              <a:off x="8458200" y="3284064"/>
              <a:ext cx="2926080" cy="274320"/>
            </a:xfrm>
            <a:prstGeom prst="rect">
              <a:avLst/>
            </a:prstGeom>
            <a:noFill/>
            <a:ln/>
          </p:spPr>
          <p:txBody>
            <a:bodyPr wrap="square" rtlCol="0" anchor="ctr"/>
            <a:lstStyle/>
            <a:p>
              <a:pPr marL="0" indent="0">
                <a:buNone/>
              </a:pPr>
              <a:r>
                <a:rPr lang="en-US" sz="1400" b="1" dirty="0">
                  <a:solidFill>
                    <a:schemeClr val="tx1">
                      <a:lumMod val="75000"/>
                      <a:lumOff val="25000"/>
                    </a:schemeClr>
                  </a:solidFill>
                  <a:latin typeface="Calibri" pitchFamily="34" charset="0"/>
                  <a:ea typeface="Calibri" pitchFamily="34" charset="-122"/>
                  <a:cs typeface="Calibri" pitchFamily="34" charset="-120"/>
                </a:rPr>
                <a:t>Streamlit app</a:t>
              </a:r>
              <a:endParaRPr lang="en-US" sz="1400" dirty="0">
                <a:solidFill>
                  <a:schemeClr val="tx1">
                    <a:lumMod val="75000"/>
                    <a:lumOff val="25000"/>
                  </a:schemeClr>
                </a:solidFill>
              </a:endParaRPr>
            </a:p>
          </p:txBody>
        </p:sp>
        <p:sp>
          <p:nvSpPr>
            <p:cNvPr id="23" name="Text 11">
              <a:extLst>
                <a:ext uri="{FF2B5EF4-FFF2-40B4-BE49-F238E27FC236}">
                  <a16:creationId xmlns:a16="http://schemas.microsoft.com/office/drawing/2014/main" id="{C60EBABC-B460-7C99-E8D3-963BD72F513A}"/>
                </a:ext>
              </a:extLst>
            </p:cNvPr>
            <p:cNvSpPr/>
            <p:nvPr/>
          </p:nvSpPr>
          <p:spPr>
            <a:xfrm>
              <a:off x="8458200" y="3604104"/>
              <a:ext cx="2926080" cy="621538"/>
            </a:xfrm>
            <a:prstGeom prst="rect">
              <a:avLst/>
            </a:prstGeom>
            <a:noFill/>
            <a:ln/>
          </p:spPr>
          <p:txBody>
            <a:bodyPr wrap="square" rtlCol="0" anchor="t"/>
            <a:lstStyle/>
            <a:p>
              <a:pPr marL="0" indent="0">
                <a:buNone/>
              </a:pPr>
              <a:r>
                <a:rPr lang="en-US" sz="1200" dirty="0">
                  <a:solidFill>
                    <a:srgbClr val="111827"/>
                  </a:solidFill>
                  <a:latin typeface="Calibri" pitchFamily="34" charset="0"/>
                  <a:ea typeface="Calibri" pitchFamily="34" charset="-122"/>
                  <a:cs typeface="Calibri" pitchFamily="34" charset="-120"/>
                </a:rPr>
                <a:t>Align schema → score</a:t>
              </a:r>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 Compute Lift@k</a:t>
              </a:r>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 Export targeting list</a:t>
              </a:r>
              <a:endParaRPr lang="en-US" sz="1200" dirty="0"/>
            </a:p>
          </p:txBody>
        </p:sp>
      </p:grpSp>
      <p:sp>
        <p:nvSpPr>
          <p:cNvPr id="4" name="Text 8">
            <a:extLst>
              <a:ext uri="{FF2B5EF4-FFF2-40B4-BE49-F238E27FC236}">
                <a16:creationId xmlns:a16="http://schemas.microsoft.com/office/drawing/2014/main" id="{2E044220-9DB3-B437-6BAE-08D9A6764079}"/>
              </a:ext>
            </a:extLst>
          </p:cNvPr>
          <p:cNvSpPr/>
          <p:nvPr/>
        </p:nvSpPr>
        <p:spPr>
          <a:xfrm>
            <a:off x="548640" y="6537960"/>
            <a:ext cx="11064240" cy="2286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4/13</a:t>
            </a:r>
            <a:endParaRPr lang="en-US" sz="1200" dirty="0"/>
          </a:p>
        </p:txBody>
      </p:sp>
      <p:sp>
        <p:nvSpPr>
          <p:cNvPr id="11" name="Arrow: Bent-Up 10">
            <a:extLst>
              <a:ext uri="{FF2B5EF4-FFF2-40B4-BE49-F238E27FC236}">
                <a16:creationId xmlns:a16="http://schemas.microsoft.com/office/drawing/2014/main" id="{FD29847A-E020-7F06-469A-9C4E0CD70667}"/>
              </a:ext>
            </a:extLst>
          </p:cNvPr>
          <p:cNvSpPr/>
          <p:nvPr/>
        </p:nvSpPr>
        <p:spPr>
          <a:xfrm rot="5400000">
            <a:off x="3742152" y="2916398"/>
            <a:ext cx="466090" cy="751647"/>
          </a:xfrm>
          <a:prstGeom prst="bentUpArrow">
            <a:avLst>
              <a:gd name="adj1" fmla="val 25000"/>
              <a:gd name="adj2" fmla="val 26111"/>
              <a:gd name="adj3" fmla="val 25000"/>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Bent-Up 13">
            <a:extLst>
              <a:ext uri="{FF2B5EF4-FFF2-40B4-BE49-F238E27FC236}">
                <a16:creationId xmlns:a16="http://schemas.microsoft.com/office/drawing/2014/main" id="{7555BEFA-8C72-9E14-D471-AD831BDCADF9}"/>
              </a:ext>
            </a:extLst>
          </p:cNvPr>
          <p:cNvSpPr/>
          <p:nvPr/>
        </p:nvSpPr>
        <p:spPr>
          <a:xfrm rot="5400000">
            <a:off x="7354032" y="3931001"/>
            <a:ext cx="466090" cy="751647"/>
          </a:xfrm>
          <a:prstGeom prst="bentUpArrow">
            <a:avLst>
              <a:gd name="adj1" fmla="val 25000"/>
              <a:gd name="adj2" fmla="val 26111"/>
              <a:gd name="adj3" fmla="val 25000"/>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948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a:extLst>
            <a:ext uri="{FF2B5EF4-FFF2-40B4-BE49-F238E27FC236}">
              <a16:creationId xmlns:a16="http://schemas.microsoft.com/office/drawing/2014/main" id="{C8DCA3EE-CAF7-3E15-7B4A-6168014A894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0EFB4AA-E3A5-C8A2-EDA1-EE15A8E5077F}"/>
              </a:ext>
            </a:extLst>
          </p:cNvPr>
          <p:cNvSpPr/>
          <p:nvPr/>
        </p:nvSpPr>
        <p:spPr>
          <a:xfrm>
            <a:off x="548640" y="338328"/>
            <a:ext cx="11288175" cy="548640"/>
          </a:xfrm>
          <a:prstGeom prst="rect">
            <a:avLst/>
          </a:prstGeom>
          <a:noFill/>
          <a:ln/>
        </p:spPr>
        <p:txBody>
          <a:bodyPr wrap="square" rtlCol="0" anchor="ctr"/>
          <a:lstStyle/>
          <a:p>
            <a:r>
              <a:rPr lang="en-US" sz="3400" b="1" dirty="0">
                <a:solidFill>
                  <a:srgbClr val="1F2937"/>
                </a:solidFill>
                <a:latin typeface="Aptos Display" pitchFamily="34" charset="0"/>
              </a:rPr>
              <a:t>Model Overview</a:t>
            </a:r>
          </a:p>
        </p:txBody>
      </p:sp>
      <p:sp>
        <p:nvSpPr>
          <p:cNvPr id="12" name="Shape 10">
            <a:extLst>
              <a:ext uri="{FF2B5EF4-FFF2-40B4-BE49-F238E27FC236}">
                <a16:creationId xmlns:a16="http://schemas.microsoft.com/office/drawing/2014/main" id="{7EE71E88-1C4C-E14E-FF25-76DF6BB0E15A}"/>
              </a:ext>
            </a:extLst>
          </p:cNvPr>
          <p:cNvSpPr/>
          <p:nvPr/>
        </p:nvSpPr>
        <p:spPr>
          <a:xfrm>
            <a:off x="548640" y="1101012"/>
            <a:ext cx="11064240" cy="5071188"/>
          </a:xfrm>
          <a:prstGeom prst="roundRect">
            <a:avLst>
              <a:gd name="adj" fmla="val 3653"/>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sz="3200" b="1" dirty="0"/>
          </a:p>
        </p:txBody>
      </p:sp>
      <p:sp>
        <p:nvSpPr>
          <p:cNvPr id="13" name="Text 11">
            <a:extLst>
              <a:ext uri="{FF2B5EF4-FFF2-40B4-BE49-F238E27FC236}">
                <a16:creationId xmlns:a16="http://schemas.microsoft.com/office/drawing/2014/main" id="{F36ED336-B880-D605-58CD-51BD1364BEF9}"/>
              </a:ext>
            </a:extLst>
          </p:cNvPr>
          <p:cNvSpPr/>
          <p:nvPr/>
        </p:nvSpPr>
        <p:spPr>
          <a:xfrm>
            <a:off x="822960" y="1470445"/>
            <a:ext cx="4128485" cy="345913"/>
          </a:xfrm>
          <a:prstGeom prst="rect">
            <a:avLst/>
          </a:prstGeom>
          <a:noFill/>
          <a:ln/>
        </p:spPr>
        <p:txBody>
          <a:bodyPr wrap="square"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About the models</a:t>
            </a:r>
            <a:endParaRPr lang="en-US" sz="2400" dirty="0"/>
          </a:p>
        </p:txBody>
      </p:sp>
      <p:sp>
        <p:nvSpPr>
          <p:cNvPr id="14" name="Text 12">
            <a:extLst>
              <a:ext uri="{FF2B5EF4-FFF2-40B4-BE49-F238E27FC236}">
                <a16:creationId xmlns:a16="http://schemas.microsoft.com/office/drawing/2014/main" id="{81972A21-4F6B-BC58-BBA6-2D5A3CF7E991}"/>
              </a:ext>
            </a:extLst>
          </p:cNvPr>
          <p:cNvSpPr/>
          <p:nvPr/>
        </p:nvSpPr>
        <p:spPr>
          <a:xfrm>
            <a:off x="868680" y="2046514"/>
            <a:ext cx="4692365" cy="1611086"/>
          </a:xfrm>
          <a:prstGeom prst="rect">
            <a:avLst/>
          </a:prstGeom>
          <a:noFill/>
          <a:ln/>
        </p:spPr>
        <p:txBody>
          <a:bodyPr wrap="square" rtlCol="0" anchor="t"/>
          <a:lstStyle/>
          <a:p>
            <a:pPr>
              <a:lnSpc>
                <a:spcPct val="110000"/>
              </a:lnSpc>
              <a:buSzPct val="100000"/>
            </a:pPr>
            <a:r>
              <a:rPr lang="en-US" dirty="0"/>
              <a:t>The models: </a:t>
            </a:r>
          </a:p>
          <a:p>
            <a:pPr marL="285750" indent="-285750">
              <a:lnSpc>
                <a:spcPct val="110000"/>
              </a:lnSpc>
              <a:buSzPct val="100000"/>
              <a:buFont typeface="Arial" panose="020B0604020202020204" pitchFamily="34" charset="0"/>
              <a:buChar char="•"/>
            </a:pPr>
            <a:r>
              <a:rPr lang="en-US" dirty="0"/>
              <a:t>label customers as “churn” or “no churn</a:t>
            </a:r>
          </a:p>
          <a:p>
            <a:pPr marL="285750" indent="-285750">
              <a:lnSpc>
                <a:spcPct val="110000"/>
              </a:lnSpc>
              <a:buSzPct val="100000"/>
              <a:buFont typeface="Arial" panose="020B0604020202020204" pitchFamily="34" charset="0"/>
              <a:buChar char="•"/>
            </a:pPr>
            <a:r>
              <a:rPr lang="en-US" dirty="0"/>
              <a:t>assigns each customer a </a:t>
            </a:r>
            <a:r>
              <a:rPr lang="en-US" b="1" dirty="0"/>
              <a:t>churn probability (risk score)</a:t>
            </a:r>
            <a:r>
              <a:rPr lang="en-US" dirty="0"/>
              <a:t> </a:t>
            </a:r>
          </a:p>
        </p:txBody>
      </p:sp>
      <p:sp>
        <p:nvSpPr>
          <p:cNvPr id="15" name="TextBox 14">
            <a:extLst>
              <a:ext uri="{FF2B5EF4-FFF2-40B4-BE49-F238E27FC236}">
                <a16:creationId xmlns:a16="http://schemas.microsoft.com/office/drawing/2014/main" id="{65538DF3-2A26-40CC-E8E7-03A875D3B006}"/>
              </a:ext>
            </a:extLst>
          </p:cNvPr>
          <p:cNvSpPr txBox="1"/>
          <p:nvPr/>
        </p:nvSpPr>
        <p:spPr>
          <a:xfrm>
            <a:off x="6630955" y="1934547"/>
            <a:ext cx="4304523" cy="2308324"/>
          </a:xfrm>
          <a:prstGeom prst="rect">
            <a:avLst/>
          </a:prstGeom>
          <a:noFill/>
        </p:spPr>
        <p:txBody>
          <a:bodyPr wrap="square" rtlCol="0">
            <a:spAutoFit/>
          </a:bodyPr>
          <a:lstStyle/>
          <a:p>
            <a:r>
              <a:rPr lang="en-US" dirty="0"/>
              <a:t>The models, Logistic Regression, Random Forest, </a:t>
            </a:r>
            <a:r>
              <a:rPr lang="en-US" dirty="0" err="1"/>
              <a:t>HistGradientBoosting</a:t>
            </a:r>
            <a:r>
              <a:rPr lang="en-US" dirty="0"/>
              <a:t>, each produces </a:t>
            </a:r>
            <a:r>
              <a:rPr lang="en-US" b="1" dirty="0"/>
              <a:t>a churn probability (risk score)</a:t>
            </a:r>
            <a:endParaRPr lang="en-US" dirty="0"/>
          </a:p>
          <a:p>
            <a:r>
              <a:rPr lang="en-US" b="1" dirty="0"/>
              <a:t>Output:</a:t>
            </a:r>
            <a:r>
              <a:rPr lang="en-US" dirty="0"/>
              <a:t> a number between </a:t>
            </a:r>
            <a:r>
              <a:rPr lang="en-US" b="1" dirty="0"/>
              <a:t>0 and 1</a:t>
            </a:r>
            <a:r>
              <a:rPr lang="en-US" dirty="0"/>
              <a:t> for each customer</a:t>
            </a:r>
          </a:p>
          <a:p>
            <a:r>
              <a:rPr lang="en-US" b="1" dirty="0"/>
              <a:t>Our understanding: </a:t>
            </a:r>
          </a:p>
          <a:p>
            <a:r>
              <a:rPr lang="en-US" dirty="0"/>
              <a:t>How likely this customer is to churn?</a:t>
            </a:r>
          </a:p>
        </p:txBody>
      </p:sp>
      <p:sp>
        <p:nvSpPr>
          <p:cNvPr id="16" name="TextBox 15">
            <a:extLst>
              <a:ext uri="{FF2B5EF4-FFF2-40B4-BE49-F238E27FC236}">
                <a16:creationId xmlns:a16="http://schemas.microsoft.com/office/drawing/2014/main" id="{3E260C8A-4E72-B95F-331A-23669E1CBFBD}"/>
              </a:ext>
            </a:extLst>
          </p:cNvPr>
          <p:cNvSpPr txBox="1"/>
          <p:nvPr/>
        </p:nvSpPr>
        <p:spPr>
          <a:xfrm>
            <a:off x="6630955" y="1412568"/>
            <a:ext cx="4304523" cy="461665"/>
          </a:xfrm>
          <a:prstGeom prst="rect">
            <a:avLst/>
          </a:prstGeom>
          <a:noFill/>
        </p:spPr>
        <p:txBody>
          <a:bodyPr wrap="square" rtlCol="0">
            <a:spAutoFit/>
          </a:bodyPr>
          <a:lstStyle/>
          <a:p>
            <a:r>
              <a:rPr lang="en-US" sz="2400" b="1" dirty="0"/>
              <a:t>Model outputs</a:t>
            </a:r>
          </a:p>
        </p:txBody>
      </p:sp>
      <p:sp>
        <p:nvSpPr>
          <p:cNvPr id="17" name="Rectangle: Rounded Corners 16">
            <a:extLst>
              <a:ext uri="{FF2B5EF4-FFF2-40B4-BE49-F238E27FC236}">
                <a16:creationId xmlns:a16="http://schemas.microsoft.com/office/drawing/2014/main" id="{99D34A4D-158C-A2FC-072C-66AF1FF8222C}"/>
              </a:ext>
            </a:extLst>
          </p:cNvPr>
          <p:cNvSpPr/>
          <p:nvPr/>
        </p:nvSpPr>
        <p:spPr>
          <a:xfrm>
            <a:off x="6556310" y="4404049"/>
            <a:ext cx="4578221" cy="104138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5C97B09-A880-18D3-2394-435FF64B8192}"/>
              </a:ext>
            </a:extLst>
          </p:cNvPr>
          <p:cNvSpPr txBox="1"/>
          <p:nvPr/>
        </p:nvSpPr>
        <p:spPr>
          <a:xfrm>
            <a:off x="6767804" y="4690188"/>
            <a:ext cx="4167674" cy="307777"/>
          </a:xfrm>
          <a:prstGeom prst="rect">
            <a:avLst/>
          </a:prstGeom>
          <a:noFill/>
        </p:spPr>
        <p:txBody>
          <a:bodyPr wrap="square" rtlCol="0">
            <a:spAutoFit/>
          </a:bodyPr>
          <a:lstStyle/>
          <a:p>
            <a:r>
              <a:rPr lang="en-US" sz="1400" dirty="0" err="1">
                <a:latin typeface="Cascadia Code SemiBold" panose="020B0609020000020004" pitchFamily="49" charset="0"/>
                <a:ea typeface="Cascadia Code SemiBold" panose="020B0609020000020004" pitchFamily="49" charset="0"/>
                <a:cs typeface="Cascadia Code SemiBold" panose="020B0609020000020004" pitchFamily="49" charset="0"/>
              </a:rPr>
              <a:t>proba</a:t>
            </a:r>
            <a:r>
              <a:rPr lang="en-US" sz="1400" dirty="0">
                <a:latin typeface="Cascadia Code SemiBold" panose="020B0609020000020004" pitchFamily="49" charset="0"/>
                <a:ea typeface="Cascadia Code SemiBold" panose="020B0609020000020004" pitchFamily="49" charset="0"/>
                <a:cs typeface="Cascadia Code SemiBold" panose="020B0609020000020004" pitchFamily="49" charset="0"/>
              </a:rPr>
              <a:t> = </a:t>
            </a:r>
            <a:r>
              <a:rPr lang="en-US" sz="1400" dirty="0" err="1">
                <a:latin typeface="Cascadia Code SemiBold" panose="020B0609020000020004" pitchFamily="49" charset="0"/>
                <a:ea typeface="Cascadia Code SemiBold" panose="020B0609020000020004" pitchFamily="49" charset="0"/>
                <a:cs typeface="Cascadia Code SemiBold" panose="020B0609020000020004" pitchFamily="49" charset="0"/>
              </a:rPr>
              <a:t>model.predict_proba</a:t>
            </a:r>
            <a:r>
              <a:rPr lang="en-US" sz="1400" dirty="0">
                <a:latin typeface="Cascadia Code SemiBold" panose="020B0609020000020004" pitchFamily="49" charset="0"/>
                <a:ea typeface="Cascadia Code SemiBold" panose="020B0609020000020004" pitchFamily="49" charset="0"/>
                <a:cs typeface="Cascadia Code SemiBold" panose="020B0609020000020004" pitchFamily="49" charset="0"/>
              </a:rPr>
              <a:t>(X)[:, 1]</a:t>
            </a:r>
          </a:p>
        </p:txBody>
      </p:sp>
      <p:sp>
        <p:nvSpPr>
          <p:cNvPr id="19" name="TextBox 18">
            <a:extLst>
              <a:ext uri="{FF2B5EF4-FFF2-40B4-BE49-F238E27FC236}">
                <a16:creationId xmlns:a16="http://schemas.microsoft.com/office/drawing/2014/main" id="{EC40AF51-BF27-98FC-6245-1A6D75D30392}"/>
              </a:ext>
            </a:extLst>
          </p:cNvPr>
          <p:cNvSpPr txBox="1"/>
          <p:nvPr/>
        </p:nvSpPr>
        <p:spPr>
          <a:xfrm>
            <a:off x="957943" y="3788229"/>
            <a:ext cx="4578221" cy="923330"/>
          </a:xfrm>
          <a:prstGeom prst="rect">
            <a:avLst/>
          </a:prstGeom>
          <a:noFill/>
        </p:spPr>
        <p:txBody>
          <a:bodyPr wrap="square" rtlCol="0">
            <a:spAutoFit/>
          </a:bodyPr>
          <a:lstStyle/>
          <a:p>
            <a:r>
              <a:rPr lang="en-US" dirty="0"/>
              <a:t>We use the scores to </a:t>
            </a:r>
            <a:r>
              <a:rPr lang="en-US" b="1" dirty="0"/>
              <a:t>rank customers and target the Top 10% or 20% for retention outreach</a:t>
            </a:r>
            <a:endParaRPr lang="en-US" dirty="0"/>
          </a:p>
        </p:txBody>
      </p:sp>
      <p:sp>
        <p:nvSpPr>
          <p:cNvPr id="3" name="Text 8">
            <a:extLst>
              <a:ext uri="{FF2B5EF4-FFF2-40B4-BE49-F238E27FC236}">
                <a16:creationId xmlns:a16="http://schemas.microsoft.com/office/drawing/2014/main" id="{07BE8C33-A034-83C5-E40A-FB5D8B4486CA}"/>
              </a:ext>
            </a:extLst>
          </p:cNvPr>
          <p:cNvSpPr/>
          <p:nvPr/>
        </p:nvSpPr>
        <p:spPr>
          <a:xfrm>
            <a:off x="548640" y="6537960"/>
            <a:ext cx="11064240" cy="2286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5/13</a:t>
            </a:r>
            <a:endParaRPr lang="en-US" sz="1200" dirty="0"/>
          </a:p>
        </p:txBody>
      </p:sp>
    </p:spTree>
    <p:extLst>
      <p:ext uri="{BB962C8B-B14F-4D97-AF65-F5344CB8AC3E}">
        <p14:creationId xmlns:p14="http://schemas.microsoft.com/office/powerpoint/2010/main" val="1301555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buNone/>
            </a:pPr>
            <a:r>
              <a:rPr lang="en-US" sz="3400" b="1" dirty="0">
                <a:solidFill>
                  <a:srgbClr val="1F2937"/>
                </a:solidFill>
                <a:latin typeface="Aptos Display" pitchFamily="34" charset="0"/>
                <a:ea typeface="Aptos Display" pitchFamily="34" charset="-122"/>
                <a:cs typeface="Aptos Display" pitchFamily="34" charset="-120"/>
              </a:rPr>
              <a:t>1) Feature engineering</a:t>
            </a:r>
            <a:endParaRPr lang="en-US" sz="3400" dirty="0"/>
          </a:p>
        </p:txBody>
      </p:sp>
      <p:sp>
        <p:nvSpPr>
          <p:cNvPr id="3" name="Text 1"/>
          <p:cNvSpPr/>
          <p:nvPr/>
        </p:nvSpPr>
        <p:spPr>
          <a:xfrm>
            <a:off x="548640" y="932688"/>
            <a:ext cx="11064240" cy="365760"/>
          </a:xfrm>
          <a:prstGeom prst="rect">
            <a:avLst/>
          </a:prstGeom>
          <a:noFill/>
          <a:ln/>
        </p:spPr>
        <p:txBody>
          <a:bodyPr wrap="square" rtlCol="0" anchor="ctr"/>
          <a:lstStyle/>
          <a:p>
            <a:pPr marL="0" indent="0">
              <a:buNone/>
            </a:pPr>
            <a:r>
              <a:rPr lang="en-US" sz="1600" b="1" i="1" dirty="0">
                <a:solidFill>
                  <a:schemeClr val="bg1">
                    <a:lumMod val="65000"/>
                  </a:schemeClr>
                </a:solidFill>
                <a:latin typeface="Aptos" pitchFamily="34" charset="0"/>
                <a:ea typeface="Aptos" pitchFamily="34" charset="-122"/>
                <a:cs typeface="Aptos" pitchFamily="34" charset="-120"/>
              </a:rPr>
              <a:t>Goal: give the model clean, consistent inputs without leaking the answer</a:t>
            </a:r>
            <a:endParaRPr lang="en-US" sz="1600" b="1" i="1" dirty="0">
              <a:solidFill>
                <a:schemeClr val="bg1">
                  <a:lumMod val="65000"/>
                </a:schemeClr>
              </a:solidFill>
            </a:endParaRPr>
          </a:p>
        </p:txBody>
      </p:sp>
      <p:sp>
        <p:nvSpPr>
          <p:cNvPr id="4" name="Shape 2"/>
          <p:cNvSpPr/>
          <p:nvPr/>
        </p:nvSpPr>
        <p:spPr>
          <a:xfrm>
            <a:off x="822960" y="1910003"/>
            <a:ext cx="10168890" cy="915747"/>
          </a:xfrm>
          <a:prstGeom prst="roundRect">
            <a:avLst>
              <a:gd name="adj" fmla="val 6129"/>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pPr lvl="0" eaLnBrk="0" fontAlgn="base" hangingPunct="0">
              <a:spcBef>
                <a:spcPct val="0"/>
              </a:spcBef>
              <a:spcAft>
                <a:spcPct val="0"/>
              </a:spcAft>
              <a:buFontTx/>
              <a:buChar char="•"/>
            </a:pPr>
            <a:r>
              <a:rPr lang="en-US" altLang="en-US" dirty="0">
                <a:latin typeface="Arial" panose="020B0604020202020204" pitchFamily="34" charset="0"/>
              </a:rPr>
              <a:t>Data quality: missing values handled (e.g., </a:t>
            </a:r>
            <a:r>
              <a:rPr lang="en-US" altLang="en-US" b="1" dirty="0" err="1">
                <a:latin typeface="Arial" panose="020B0604020202020204" pitchFamily="34" charset="0"/>
              </a:rPr>
              <a:t>TotalCharges</a:t>
            </a:r>
            <a:r>
              <a:rPr lang="en-US" altLang="en-US" dirty="0">
                <a:latin typeface="Arial" panose="020B0604020202020204" pitchFamily="34" charset="0"/>
              </a:rPr>
              <a:t>)</a:t>
            </a:r>
          </a:p>
          <a:p>
            <a:pPr lvl="0" eaLnBrk="0" fontAlgn="base" hangingPunct="0">
              <a:spcBef>
                <a:spcPct val="0"/>
              </a:spcBef>
              <a:spcAft>
                <a:spcPct val="0"/>
              </a:spcAft>
              <a:buFontTx/>
              <a:buChar char="•"/>
            </a:pPr>
            <a:r>
              <a:rPr lang="en-US" altLang="en-US" dirty="0">
                <a:latin typeface="Arial" panose="020B0604020202020204" pitchFamily="34" charset="0"/>
              </a:rPr>
              <a:t>Encoding + engineered features (e.g., </a:t>
            </a:r>
            <a:r>
              <a:rPr lang="en-US" altLang="en-US" dirty="0" err="1">
                <a:latin typeface="Arial" panose="020B0604020202020204" pitchFamily="34" charset="0"/>
              </a:rPr>
              <a:t>charges_ratio</a:t>
            </a:r>
            <a:r>
              <a:rPr lang="en-US" altLang="en-US" dirty="0">
                <a:latin typeface="Arial" panose="020B0604020202020204" pitchFamily="34" charset="0"/>
              </a:rPr>
              <a:t>, </a:t>
            </a:r>
            <a:r>
              <a:rPr lang="en-US" altLang="en-US" dirty="0" err="1">
                <a:latin typeface="Arial" panose="020B0604020202020204" pitchFamily="34" charset="0"/>
              </a:rPr>
              <a:t>HighSpender</a:t>
            </a:r>
            <a:r>
              <a:rPr lang="en-US" altLang="en-US" dirty="0">
                <a:latin typeface="Arial" panose="020B0604020202020204" pitchFamily="34" charset="0"/>
              </a:rPr>
              <a:t>, </a:t>
            </a:r>
            <a:r>
              <a:rPr lang="en-US" altLang="en-US" dirty="0" err="1">
                <a:latin typeface="Arial" panose="020B0604020202020204" pitchFamily="34" charset="0"/>
              </a:rPr>
              <a:t>HighChurnRisk</a:t>
            </a:r>
            <a:r>
              <a:rPr lang="en-US" altLang="en-US" dirty="0">
                <a:latin typeface="Arial" panose="020B0604020202020204" pitchFamily="34" charset="0"/>
              </a:rPr>
              <a:t>)</a:t>
            </a:r>
          </a:p>
        </p:txBody>
      </p:sp>
      <p:sp>
        <p:nvSpPr>
          <p:cNvPr id="5" name="Text 3"/>
          <p:cNvSpPr/>
          <p:nvPr/>
        </p:nvSpPr>
        <p:spPr>
          <a:xfrm>
            <a:off x="822960" y="1618488"/>
            <a:ext cx="4892040" cy="274320"/>
          </a:xfrm>
          <a:prstGeom prst="rect">
            <a:avLst/>
          </a:prstGeom>
          <a:noFill/>
          <a:ln/>
        </p:spPr>
        <p:txBody>
          <a:bodyPr wrap="square" rtlCol="0" anchor="ctr"/>
          <a:lstStyle/>
          <a:p>
            <a:pPr marL="0" indent="0">
              <a:buNone/>
            </a:pPr>
            <a:r>
              <a:rPr lang="en-US" sz="2000" b="1" dirty="0">
                <a:solidFill>
                  <a:srgbClr val="111827"/>
                </a:solidFill>
                <a:latin typeface="Aptos Display" pitchFamily="34" charset="0"/>
                <a:ea typeface="Aptos Display" pitchFamily="34" charset="-122"/>
                <a:cs typeface="Aptos Display" pitchFamily="34" charset="-120"/>
              </a:rPr>
              <a:t>Data quality &amp; outliers</a:t>
            </a:r>
            <a:endParaRPr lang="en-US" sz="2000" dirty="0"/>
          </a:p>
        </p:txBody>
      </p:sp>
      <p:sp>
        <p:nvSpPr>
          <p:cNvPr id="8" name="Text 6"/>
          <p:cNvSpPr/>
          <p:nvPr/>
        </p:nvSpPr>
        <p:spPr>
          <a:xfrm>
            <a:off x="822960" y="3337560"/>
            <a:ext cx="4892040" cy="274320"/>
          </a:xfrm>
          <a:prstGeom prst="rect">
            <a:avLst/>
          </a:prstGeom>
          <a:noFill/>
          <a:ln/>
        </p:spPr>
        <p:txBody>
          <a:bodyPr wrap="square" rtlCol="0" anchor="ctr"/>
          <a:lstStyle/>
          <a:p>
            <a:pPr marL="0" indent="0">
              <a:buNone/>
            </a:pPr>
            <a:r>
              <a:rPr lang="en-US" sz="2000" b="1" dirty="0">
                <a:solidFill>
                  <a:srgbClr val="111827"/>
                </a:solidFill>
                <a:latin typeface="Aptos Display" pitchFamily="34" charset="0"/>
                <a:ea typeface="Aptos Display" pitchFamily="34" charset="-122"/>
                <a:cs typeface="Aptos Display" pitchFamily="34" charset="-120"/>
              </a:rPr>
              <a:t>Leakage controls</a:t>
            </a:r>
            <a:endParaRPr lang="en-US" sz="2000" dirty="0"/>
          </a:p>
        </p:txBody>
      </p:sp>
      <p:sp>
        <p:nvSpPr>
          <p:cNvPr id="9" name="Text 7"/>
          <p:cNvSpPr/>
          <p:nvPr/>
        </p:nvSpPr>
        <p:spPr>
          <a:xfrm>
            <a:off x="822960" y="3844213"/>
            <a:ext cx="10546080" cy="854787"/>
          </a:xfrm>
          <a:prstGeom prst="rect">
            <a:avLst/>
          </a:prstGeom>
          <a:noFill/>
          <a:ln/>
        </p:spPr>
        <p:txBody>
          <a:bodyPr wrap="square" rtlCol="0" anchor="t"/>
          <a:lstStyle/>
          <a:p>
            <a:pPr marL="228600" indent="-228600">
              <a:lnSpc>
                <a:spcPct val="110000"/>
              </a:lnSpc>
              <a:buSzPct val="100000"/>
              <a:buChar char="•"/>
            </a:pPr>
            <a:r>
              <a:rPr lang="en-US" b="1" dirty="0" err="1"/>
              <a:t>Churn_Yes</a:t>
            </a:r>
            <a:r>
              <a:rPr lang="en-US" b="1" dirty="0"/>
              <a:t> </a:t>
            </a:r>
            <a:r>
              <a:rPr lang="en-US" dirty="0"/>
              <a:t>is never in X.</a:t>
            </a:r>
          </a:p>
          <a:p>
            <a:pPr marL="228600" indent="-228600">
              <a:lnSpc>
                <a:spcPct val="110000"/>
              </a:lnSpc>
              <a:buSzPct val="100000"/>
              <a:buChar char="•"/>
            </a:pPr>
            <a:r>
              <a:rPr lang="en-US" b="1" dirty="0"/>
              <a:t>Train-fitted thresholds</a:t>
            </a:r>
            <a:r>
              <a:rPr lang="en-US" dirty="0"/>
              <a:t> (quantiles learned on train only)</a:t>
            </a:r>
          </a:p>
        </p:txBody>
      </p:sp>
      <p:sp>
        <p:nvSpPr>
          <p:cNvPr id="7" name="Text 8">
            <a:extLst>
              <a:ext uri="{FF2B5EF4-FFF2-40B4-BE49-F238E27FC236}">
                <a16:creationId xmlns:a16="http://schemas.microsoft.com/office/drawing/2014/main" id="{7B57FD33-763F-E293-583B-798200CAC4BD}"/>
              </a:ext>
            </a:extLst>
          </p:cNvPr>
          <p:cNvSpPr/>
          <p:nvPr/>
        </p:nvSpPr>
        <p:spPr>
          <a:xfrm>
            <a:off x="548640" y="6537960"/>
            <a:ext cx="11064240" cy="2286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6/13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5B7EA5B-5F20-88A3-94FB-0EFD29A5201D}"/>
              </a:ext>
            </a:extLst>
          </p:cNvPr>
          <p:cNvSpPr/>
          <p:nvPr/>
        </p:nvSpPr>
        <p:spPr>
          <a:xfrm>
            <a:off x="548640" y="320040"/>
            <a:ext cx="11064240" cy="548640"/>
          </a:xfrm>
          <a:prstGeom prst="rect">
            <a:avLst/>
          </a:prstGeom>
          <a:noFill/>
          <a:ln/>
        </p:spPr>
        <p:txBody>
          <a:bodyPr wrap="square" rtlCol="0" anchor="ctr"/>
          <a:lstStyle/>
          <a:p>
            <a:pPr marL="0" indent="0">
              <a:buNone/>
            </a:pPr>
            <a:r>
              <a:rPr lang="en-US" sz="3400" b="1" dirty="0">
                <a:solidFill>
                  <a:srgbClr val="1F2937"/>
                </a:solidFill>
                <a:latin typeface="Aptos Display" pitchFamily="34" charset="0"/>
                <a:ea typeface="Aptos Display" pitchFamily="34" charset="-122"/>
                <a:cs typeface="Aptos Display" pitchFamily="34" charset="-120"/>
              </a:rPr>
              <a:t>2) Model training (simple models, strong ranking)</a:t>
            </a:r>
            <a:endParaRPr lang="en-US" sz="3400" dirty="0"/>
          </a:p>
        </p:txBody>
      </p:sp>
      <p:sp>
        <p:nvSpPr>
          <p:cNvPr id="3" name="Text 1">
            <a:extLst>
              <a:ext uri="{FF2B5EF4-FFF2-40B4-BE49-F238E27FC236}">
                <a16:creationId xmlns:a16="http://schemas.microsoft.com/office/drawing/2014/main" id="{A82504ED-4409-E3CB-431C-241D3AD3EE3B}"/>
              </a:ext>
            </a:extLst>
          </p:cNvPr>
          <p:cNvSpPr/>
          <p:nvPr/>
        </p:nvSpPr>
        <p:spPr>
          <a:xfrm>
            <a:off x="548640" y="932688"/>
            <a:ext cx="11064240" cy="365760"/>
          </a:xfrm>
          <a:prstGeom prst="rect">
            <a:avLst/>
          </a:prstGeom>
          <a:noFill/>
          <a:ln/>
        </p:spPr>
        <p:txBody>
          <a:bodyPr wrap="square" rtlCol="0" anchor="ctr"/>
          <a:lstStyle/>
          <a:p>
            <a:pPr marL="0" indent="0">
              <a:buNone/>
            </a:pPr>
            <a:r>
              <a:rPr lang="en-US" sz="1600" dirty="0">
                <a:solidFill>
                  <a:srgbClr val="4B5563"/>
                </a:solidFill>
                <a:latin typeface="Aptos" pitchFamily="34" charset="0"/>
                <a:ea typeface="Aptos" pitchFamily="34" charset="-122"/>
                <a:cs typeface="Aptos" pitchFamily="34" charset="-120"/>
              </a:rPr>
              <a:t>Train multiple candidates; keep the process reproducible</a:t>
            </a:r>
            <a:endParaRPr lang="en-US" sz="1600" dirty="0"/>
          </a:p>
        </p:txBody>
      </p:sp>
      <p:sp>
        <p:nvSpPr>
          <p:cNvPr id="4" name="Shape 2">
            <a:extLst>
              <a:ext uri="{FF2B5EF4-FFF2-40B4-BE49-F238E27FC236}">
                <a16:creationId xmlns:a16="http://schemas.microsoft.com/office/drawing/2014/main" id="{E846CE99-136C-B710-EC72-96A2C436C601}"/>
              </a:ext>
            </a:extLst>
          </p:cNvPr>
          <p:cNvSpPr/>
          <p:nvPr/>
        </p:nvSpPr>
        <p:spPr>
          <a:xfrm>
            <a:off x="548640" y="1417320"/>
            <a:ext cx="11064240" cy="1965960"/>
          </a:xfrm>
          <a:prstGeom prst="roundRect">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a:p>
        </p:txBody>
      </p:sp>
      <p:sp>
        <p:nvSpPr>
          <p:cNvPr id="5" name="Text 3">
            <a:extLst>
              <a:ext uri="{FF2B5EF4-FFF2-40B4-BE49-F238E27FC236}">
                <a16:creationId xmlns:a16="http://schemas.microsoft.com/office/drawing/2014/main" id="{E9CBE218-A26B-C5F0-E04A-DE315CB383BB}"/>
              </a:ext>
            </a:extLst>
          </p:cNvPr>
          <p:cNvSpPr/>
          <p:nvPr/>
        </p:nvSpPr>
        <p:spPr>
          <a:xfrm>
            <a:off x="822960" y="1618488"/>
            <a:ext cx="10515600" cy="274320"/>
          </a:xfrm>
          <a:prstGeom prst="rect">
            <a:avLst/>
          </a:prstGeom>
          <a:noFill/>
          <a:ln/>
        </p:spPr>
        <p:txBody>
          <a:bodyPr wrap="square" rtlCol="0" anchor="ctr"/>
          <a:lstStyle/>
          <a:p>
            <a:pPr marL="0" indent="0">
              <a:buNone/>
            </a:pPr>
            <a:r>
              <a:rPr lang="en-US" sz="1600" b="1" dirty="0">
                <a:solidFill>
                  <a:srgbClr val="111827"/>
                </a:solidFill>
                <a:latin typeface="Aptos Display" pitchFamily="34" charset="0"/>
                <a:ea typeface="Aptos Display" pitchFamily="34" charset="-122"/>
                <a:cs typeface="Aptos Display" pitchFamily="34" charset="-120"/>
              </a:rPr>
              <a:t>What we trained</a:t>
            </a:r>
            <a:endParaRPr lang="en-US" sz="1600" dirty="0"/>
          </a:p>
        </p:txBody>
      </p:sp>
      <p:sp>
        <p:nvSpPr>
          <p:cNvPr id="6" name="Text 4">
            <a:extLst>
              <a:ext uri="{FF2B5EF4-FFF2-40B4-BE49-F238E27FC236}">
                <a16:creationId xmlns:a16="http://schemas.microsoft.com/office/drawing/2014/main" id="{07816DC1-E7B4-8D3A-D50B-BC6497C1365B}"/>
              </a:ext>
            </a:extLst>
          </p:cNvPr>
          <p:cNvSpPr/>
          <p:nvPr/>
        </p:nvSpPr>
        <p:spPr>
          <a:xfrm>
            <a:off x="868680" y="1965960"/>
            <a:ext cx="10424160" cy="1280160"/>
          </a:xfrm>
          <a:prstGeom prst="rect">
            <a:avLst/>
          </a:prstGeom>
          <a:noFill/>
          <a:ln/>
        </p:spPr>
        <p:txBody>
          <a:bodyPr wrap="square" rtlCol="0" anchor="t"/>
          <a:lstStyle/>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Logistic Regression (standard) and Logistic Regression (class_weight=balanced).</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Random Forest (standard) and Random Forest (balanced).</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HistGradientBoosting for non-linear ranking improvements.</a:t>
            </a:r>
            <a:endParaRPr lang="en-US" sz="1500" dirty="0"/>
          </a:p>
        </p:txBody>
      </p:sp>
      <p:sp>
        <p:nvSpPr>
          <p:cNvPr id="7" name="Shape 5">
            <a:extLst>
              <a:ext uri="{FF2B5EF4-FFF2-40B4-BE49-F238E27FC236}">
                <a16:creationId xmlns:a16="http://schemas.microsoft.com/office/drawing/2014/main" id="{64F0EBAB-0B7C-45EA-ECDB-BFDC2C3883B0}"/>
              </a:ext>
            </a:extLst>
          </p:cNvPr>
          <p:cNvSpPr/>
          <p:nvPr/>
        </p:nvSpPr>
        <p:spPr>
          <a:xfrm>
            <a:off x="548640" y="3566160"/>
            <a:ext cx="5486400" cy="2514600"/>
          </a:xfrm>
          <a:prstGeom prst="roundRect">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a:p>
        </p:txBody>
      </p:sp>
      <p:sp>
        <p:nvSpPr>
          <p:cNvPr id="8" name="Text 6">
            <a:extLst>
              <a:ext uri="{FF2B5EF4-FFF2-40B4-BE49-F238E27FC236}">
                <a16:creationId xmlns:a16="http://schemas.microsoft.com/office/drawing/2014/main" id="{DD239CBD-FCCB-60A2-D9A2-D64A3882CD2B}"/>
              </a:ext>
            </a:extLst>
          </p:cNvPr>
          <p:cNvSpPr/>
          <p:nvPr/>
        </p:nvSpPr>
        <p:spPr>
          <a:xfrm>
            <a:off x="822960" y="3767328"/>
            <a:ext cx="4937760" cy="274320"/>
          </a:xfrm>
          <a:prstGeom prst="rect">
            <a:avLst/>
          </a:prstGeom>
          <a:noFill/>
          <a:ln/>
        </p:spPr>
        <p:txBody>
          <a:bodyPr wrap="square" rtlCol="0" anchor="ctr"/>
          <a:lstStyle/>
          <a:p>
            <a:pPr marL="0" indent="0">
              <a:buNone/>
            </a:pPr>
            <a:r>
              <a:rPr lang="en-US" sz="1600" b="1" dirty="0">
                <a:solidFill>
                  <a:srgbClr val="111827"/>
                </a:solidFill>
                <a:latin typeface="Aptos Display" pitchFamily="34" charset="0"/>
                <a:ea typeface="Aptos Display" pitchFamily="34" charset="-122"/>
                <a:cs typeface="Aptos Display" pitchFamily="34" charset="-120"/>
              </a:rPr>
              <a:t>How we split</a:t>
            </a:r>
            <a:endParaRPr lang="en-US" sz="1600" dirty="0"/>
          </a:p>
        </p:txBody>
      </p:sp>
      <p:sp>
        <p:nvSpPr>
          <p:cNvPr id="9" name="Text 7">
            <a:extLst>
              <a:ext uri="{FF2B5EF4-FFF2-40B4-BE49-F238E27FC236}">
                <a16:creationId xmlns:a16="http://schemas.microsoft.com/office/drawing/2014/main" id="{5D5E513B-A60D-5A81-47D5-9710A5840738}"/>
              </a:ext>
            </a:extLst>
          </p:cNvPr>
          <p:cNvSpPr/>
          <p:nvPr/>
        </p:nvSpPr>
        <p:spPr>
          <a:xfrm>
            <a:off x="868680" y="4069080"/>
            <a:ext cx="4937760" cy="1920240"/>
          </a:xfrm>
          <a:prstGeom prst="rect">
            <a:avLst/>
          </a:prstGeom>
          <a:noFill/>
          <a:ln/>
        </p:spPr>
        <p:txBody>
          <a:bodyPr wrap="square" rtlCol="0" anchor="t"/>
          <a:lstStyle/>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Use a stratified holdout split so churn/non-churn proportions are preserved.</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Train on train split; report Lift@k on held-out test split.</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Save models to disk for the Streamlit app to load (joblib).</a:t>
            </a:r>
            <a:endParaRPr lang="en-US" sz="1500" dirty="0"/>
          </a:p>
        </p:txBody>
      </p:sp>
      <p:sp>
        <p:nvSpPr>
          <p:cNvPr id="10" name="Shape 8">
            <a:extLst>
              <a:ext uri="{FF2B5EF4-FFF2-40B4-BE49-F238E27FC236}">
                <a16:creationId xmlns:a16="http://schemas.microsoft.com/office/drawing/2014/main" id="{C322CEDC-1993-E729-F802-5CFE6EC2D9DB}"/>
              </a:ext>
            </a:extLst>
          </p:cNvPr>
          <p:cNvSpPr/>
          <p:nvPr/>
        </p:nvSpPr>
        <p:spPr>
          <a:xfrm>
            <a:off x="6126480" y="3566160"/>
            <a:ext cx="5486400" cy="2514600"/>
          </a:xfrm>
          <a:prstGeom prst="roundRect">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a:p>
        </p:txBody>
      </p:sp>
      <p:sp>
        <p:nvSpPr>
          <p:cNvPr id="11" name="Text 9">
            <a:extLst>
              <a:ext uri="{FF2B5EF4-FFF2-40B4-BE49-F238E27FC236}">
                <a16:creationId xmlns:a16="http://schemas.microsoft.com/office/drawing/2014/main" id="{7B170BCA-78F3-64B4-FF7E-F8555D46E7D5}"/>
              </a:ext>
            </a:extLst>
          </p:cNvPr>
          <p:cNvSpPr/>
          <p:nvPr/>
        </p:nvSpPr>
        <p:spPr>
          <a:xfrm>
            <a:off x="6400800" y="3767328"/>
            <a:ext cx="4937760" cy="274320"/>
          </a:xfrm>
          <a:prstGeom prst="rect">
            <a:avLst/>
          </a:prstGeom>
          <a:noFill/>
          <a:ln/>
        </p:spPr>
        <p:txBody>
          <a:bodyPr wrap="square" rtlCol="0" anchor="ctr"/>
          <a:lstStyle/>
          <a:p>
            <a:pPr marL="0" indent="0">
              <a:buNone/>
            </a:pPr>
            <a:r>
              <a:rPr lang="en-US" sz="1600" b="1" dirty="0">
                <a:solidFill>
                  <a:srgbClr val="111827"/>
                </a:solidFill>
                <a:latin typeface="Aptos Display" pitchFamily="34" charset="0"/>
                <a:ea typeface="Aptos Display" pitchFamily="34" charset="-122"/>
                <a:cs typeface="Aptos Display" pitchFamily="34" charset="-120"/>
              </a:rPr>
              <a:t>Why this matters</a:t>
            </a:r>
            <a:endParaRPr lang="en-US" sz="1600" dirty="0"/>
          </a:p>
        </p:txBody>
      </p:sp>
      <p:sp>
        <p:nvSpPr>
          <p:cNvPr id="12" name="Text 10">
            <a:extLst>
              <a:ext uri="{FF2B5EF4-FFF2-40B4-BE49-F238E27FC236}">
                <a16:creationId xmlns:a16="http://schemas.microsoft.com/office/drawing/2014/main" id="{7672EA63-0C30-8706-9424-0258CE8DB294}"/>
              </a:ext>
            </a:extLst>
          </p:cNvPr>
          <p:cNvSpPr/>
          <p:nvPr/>
        </p:nvSpPr>
        <p:spPr>
          <a:xfrm>
            <a:off x="6446520" y="4069080"/>
            <a:ext cx="4892040" cy="1920240"/>
          </a:xfrm>
          <a:prstGeom prst="rect">
            <a:avLst/>
          </a:prstGeom>
          <a:noFill/>
          <a:ln/>
        </p:spPr>
        <p:txBody>
          <a:bodyPr wrap="square" rtlCol="0" anchor="t"/>
          <a:lstStyle/>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Retention is a “top-of-the-list” problem: ranking matters more than accuracy.</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Balanced training can improve recall (finding more churners) but may trade precision.</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We keep both a champion and a challenger to validate in a pilot.</a:t>
            </a:r>
            <a:endParaRPr lang="en-US" sz="1500" dirty="0"/>
          </a:p>
        </p:txBody>
      </p:sp>
      <p:sp>
        <p:nvSpPr>
          <p:cNvPr id="13" name="Text 8">
            <a:extLst>
              <a:ext uri="{FF2B5EF4-FFF2-40B4-BE49-F238E27FC236}">
                <a16:creationId xmlns:a16="http://schemas.microsoft.com/office/drawing/2014/main" id="{0CDBE19E-56ED-02F2-4485-882E4EB9A94A}"/>
              </a:ext>
            </a:extLst>
          </p:cNvPr>
          <p:cNvSpPr/>
          <p:nvPr/>
        </p:nvSpPr>
        <p:spPr>
          <a:xfrm>
            <a:off x="548640" y="6537960"/>
            <a:ext cx="11064240" cy="2286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7/13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a:extLst>
            <a:ext uri="{FF2B5EF4-FFF2-40B4-BE49-F238E27FC236}">
              <a16:creationId xmlns:a16="http://schemas.microsoft.com/office/drawing/2014/main" id="{312070CD-6720-6BC9-CC01-5D9427ADF334}"/>
            </a:ext>
          </a:extLst>
        </p:cNvPr>
        <p:cNvGrpSpPr/>
        <p:nvPr/>
      </p:nvGrpSpPr>
      <p:grpSpPr>
        <a:xfrm>
          <a:off x="0" y="0"/>
          <a:ext cx="0" cy="0"/>
          <a:chOff x="0" y="0"/>
          <a:chExt cx="0" cy="0"/>
        </a:xfrm>
      </p:grpSpPr>
      <p:sp>
        <p:nvSpPr>
          <p:cNvPr id="14" name="Text 0">
            <a:extLst>
              <a:ext uri="{FF2B5EF4-FFF2-40B4-BE49-F238E27FC236}">
                <a16:creationId xmlns:a16="http://schemas.microsoft.com/office/drawing/2014/main" id="{781C245B-DD3F-C26D-C48D-543083B47671}"/>
              </a:ext>
            </a:extLst>
          </p:cNvPr>
          <p:cNvSpPr/>
          <p:nvPr/>
        </p:nvSpPr>
        <p:spPr>
          <a:xfrm>
            <a:off x="548640" y="320040"/>
            <a:ext cx="11064240" cy="731520"/>
          </a:xfrm>
          <a:prstGeom prst="rect">
            <a:avLst/>
          </a:prstGeom>
          <a:noFill/>
          <a:ln/>
        </p:spPr>
        <p:txBody>
          <a:bodyPr wrap="square" rtlCol="0" anchor="ctr"/>
          <a:lstStyle/>
          <a:p>
            <a:pPr marL="0" indent="0">
              <a:buNone/>
            </a:pPr>
            <a:r>
              <a:rPr lang="en-US" sz="3400" b="1" dirty="0">
                <a:solidFill>
                  <a:srgbClr val="1F2937"/>
                </a:solidFill>
                <a:latin typeface="Calibri" pitchFamily="34" charset="0"/>
                <a:ea typeface="Calibri" pitchFamily="34" charset="-122"/>
                <a:cs typeface="Calibri" pitchFamily="34" charset="-120"/>
              </a:rPr>
              <a:t>3) Model evaluation: Lift@k is the targeting KPI</a:t>
            </a:r>
            <a:endParaRPr lang="en-US" sz="3400" dirty="0"/>
          </a:p>
        </p:txBody>
      </p:sp>
      <p:sp>
        <p:nvSpPr>
          <p:cNvPr id="15" name="Text 1">
            <a:extLst>
              <a:ext uri="{FF2B5EF4-FFF2-40B4-BE49-F238E27FC236}">
                <a16:creationId xmlns:a16="http://schemas.microsoft.com/office/drawing/2014/main" id="{587F9C2F-300D-359D-7875-3C11D7D4B8B2}"/>
              </a:ext>
            </a:extLst>
          </p:cNvPr>
          <p:cNvSpPr/>
          <p:nvPr/>
        </p:nvSpPr>
        <p:spPr>
          <a:xfrm>
            <a:off x="548640" y="1097280"/>
            <a:ext cx="11064240" cy="36576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Lift@k answers: “Is Top 10% / Top 20% targeting better than random selection?”</a:t>
            </a:r>
            <a:endParaRPr lang="en-US" sz="1600" dirty="0"/>
          </a:p>
        </p:txBody>
      </p:sp>
      <p:sp>
        <p:nvSpPr>
          <p:cNvPr id="16" name="Shape 2">
            <a:extLst>
              <a:ext uri="{FF2B5EF4-FFF2-40B4-BE49-F238E27FC236}">
                <a16:creationId xmlns:a16="http://schemas.microsoft.com/office/drawing/2014/main" id="{B4C76F03-1F30-6877-8A22-4C811F0D0E00}"/>
              </a:ext>
            </a:extLst>
          </p:cNvPr>
          <p:cNvSpPr/>
          <p:nvPr/>
        </p:nvSpPr>
        <p:spPr>
          <a:xfrm>
            <a:off x="548640" y="1600200"/>
            <a:ext cx="11064240" cy="502920"/>
          </a:xfrm>
          <a:prstGeom prst="roundRect">
            <a:avLst/>
          </a:prstGeom>
          <a:solidFill>
            <a:srgbClr val="EEF2FF"/>
          </a:solidFill>
          <a:ln w="12700">
            <a:solidFill>
              <a:srgbClr val="C7D2FE"/>
            </a:solidFill>
            <a:prstDash val="solid"/>
          </a:ln>
        </p:spPr>
        <p:txBody>
          <a:bodyPr/>
          <a:lstStyle/>
          <a:p>
            <a:endParaRPr lang="en-US" dirty="0"/>
          </a:p>
        </p:txBody>
      </p:sp>
      <p:sp>
        <p:nvSpPr>
          <p:cNvPr id="17" name="Text 3">
            <a:extLst>
              <a:ext uri="{FF2B5EF4-FFF2-40B4-BE49-F238E27FC236}">
                <a16:creationId xmlns:a16="http://schemas.microsoft.com/office/drawing/2014/main" id="{A7F1BC4E-7476-7120-72A6-1EED6A8A2B01}"/>
              </a:ext>
            </a:extLst>
          </p:cNvPr>
          <p:cNvSpPr/>
          <p:nvPr/>
        </p:nvSpPr>
        <p:spPr>
          <a:xfrm>
            <a:off x="777240" y="1700784"/>
            <a:ext cx="10607040" cy="320040"/>
          </a:xfrm>
          <a:prstGeom prst="rect">
            <a:avLst/>
          </a:prstGeom>
          <a:noFill/>
          <a:ln/>
        </p:spPr>
        <p:txBody>
          <a:bodyPr wrap="square"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Definitions</a:t>
            </a:r>
            <a:endParaRPr lang="en-US" sz="1800" dirty="0"/>
          </a:p>
        </p:txBody>
      </p:sp>
      <p:sp>
        <p:nvSpPr>
          <p:cNvPr id="18" name="Text 4">
            <a:extLst>
              <a:ext uri="{FF2B5EF4-FFF2-40B4-BE49-F238E27FC236}">
                <a16:creationId xmlns:a16="http://schemas.microsoft.com/office/drawing/2014/main" id="{41E6F4BE-F5DB-28F9-BB3A-721446C046E4}"/>
              </a:ext>
            </a:extLst>
          </p:cNvPr>
          <p:cNvSpPr/>
          <p:nvPr/>
        </p:nvSpPr>
        <p:spPr>
          <a:xfrm>
            <a:off x="822960" y="2240280"/>
            <a:ext cx="6675120" cy="1783080"/>
          </a:xfrm>
          <a:prstGeom prst="rect">
            <a:avLst/>
          </a:prstGeom>
          <a:noFill/>
          <a:ln/>
        </p:spPr>
        <p:txBody>
          <a:bodyPr wrap="square" rtlCol="0" anchor="t"/>
          <a:lstStyle/>
          <a:p>
            <a:pPr marL="0" indent="0">
              <a:lnSpc>
                <a:spcPct val="115000"/>
              </a:lnSpc>
              <a:buNone/>
            </a:pPr>
            <a:r>
              <a:rPr lang="en-US" dirty="0">
                <a:solidFill>
                  <a:srgbClr val="111827"/>
                </a:solidFill>
                <a:latin typeface="Calibri" pitchFamily="34" charset="0"/>
                <a:ea typeface="Calibri" pitchFamily="34" charset="-122"/>
                <a:cs typeface="Calibri" pitchFamily="34" charset="-120"/>
              </a:rPr>
              <a:t>• Baseline churn rate: average churn in the evaluation set</a:t>
            </a:r>
            <a:endParaRPr lang="en-US" dirty="0"/>
          </a:p>
          <a:p>
            <a:pPr marL="0" indent="0">
              <a:lnSpc>
                <a:spcPct val="115000"/>
              </a:lnSpc>
              <a:buNone/>
            </a:pPr>
            <a:r>
              <a:rPr lang="en-US" dirty="0">
                <a:solidFill>
                  <a:srgbClr val="111827"/>
                </a:solidFill>
                <a:latin typeface="Calibri" pitchFamily="34" charset="0"/>
                <a:ea typeface="Calibri" pitchFamily="34" charset="-122"/>
                <a:cs typeface="Calibri" pitchFamily="34" charset="-120"/>
              </a:rPr>
              <a:t>• Precision@k: churn rate inside the Top k% targeted list</a:t>
            </a:r>
            <a:endParaRPr lang="en-US" dirty="0"/>
          </a:p>
          <a:p>
            <a:pPr marL="0" indent="0">
              <a:lnSpc>
                <a:spcPct val="115000"/>
              </a:lnSpc>
              <a:buNone/>
            </a:pPr>
            <a:r>
              <a:rPr lang="en-US" dirty="0">
                <a:solidFill>
                  <a:srgbClr val="111827"/>
                </a:solidFill>
                <a:latin typeface="Calibri" pitchFamily="34" charset="0"/>
                <a:ea typeface="Calibri" pitchFamily="34" charset="-122"/>
                <a:cs typeface="Calibri" pitchFamily="34" charset="-120"/>
              </a:rPr>
              <a:t>• Lift@k = Precision@k ÷ Baseline (how many times better than random)</a:t>
            </a:r>
            <a:endParaRPr lang="en-US" dirty="0"/>
          </a:p>
          <a:p>
            <a:pPr marL="0" indent="0">
              <a:lnSpc>
                <a:spcPct val="115000"/>
              </a:lnSpc>
              <a:buNone/>
            </a:pPr>
            <a:r>
              <a:rPr lang="en-US" dirty="0">
                <a:solidFill>
                  <a:srgbClr val="111827"/>
                </a:solidFill>
                <a:latin typeface="Calibri" pitchFamily="34" charset="0"/>
                <a:ea typeface="Calibri" pitchFamily="34" charset="-122"/>
                <a:cs typeface="Calibri" pitchFamily="34" charset="-120"/>
              </a:rPr>
              <a:t>• Recall@k: % of all churners captured in the Top k% list</a:t>
            </a:r>
            <a:endParaRPr lang="en-US" dirty="0"/>
          </a:p>
        </p:txBody>
      </p:sp>
      <p:sp>
        <p:nvSpPr>
          <p:cNvPr id="19" name="Shape 5">
            <a:extLst>
              <a:ext uri="{FF2B5EF4-FFF2-40B4-BE49-F238E27FC236}">
                <a16:creationId xmlns:a16="http://schemas.microsoft.com/office/drawing/2014/main" id="{2CD30267-EAEC-34FC-8335-F441A60B1770}"/>
              </a:ext>
            </a:extLst>
          </p:cNvPr>
          <p:cNvSpPr/>
          <p:nvPr/>
        </p:nvSpPr>
        <p:spPr>
          <a:xfrm>
            <a:off x="7680960" y="2240280"/>
            <a:ext cx="4114800" cy="1920240"/>
          </a:xfrm>
          <a:prstGeom prst="roundRect">
            <a:avLst/>
          </a:prstGeom>
          <a:solidFill>
            <a:srgbClr val="F9FAFB"/>
          </a:solidFill>
          <a:ln w="12700">
            <a:solidFill>
              <a:srgbClr val="E5E7EB"/>
            </a:solidFill>
            <a:prstDash val="solid"/>
          </a:ln>
        </p:spPr>
        <p:txBody>
          <a:bodyPr/>
          <a:lstStyle/>
          <a:p>
            <a:endParaRPr lang="en-US"/>
          </a:p>
        </p:txBody>
      </p:sp>
      <p:sp>
        <p:nvSpPr>
          <p:cNvPr id="20" name="Text 6">
            <a:extLst>
              <a:ext uri="{FF2B5EF4-FFF2-40B4-BE49-F238E27FC236}">
                <a16:creationId xmlns:a16="http://schemas.microsoft.com/office/drawing/2014/main" id="{DD23A3D8-FB5C-F24B-3E84-6A8B1F701D35}"/>
              </a:ext>
            </a:extLst>
          </p:cNvPr>
          <p:cNvSpPr/>
          <p:nvPr/>
        </p:nvSpPr>
        <p:spPr>
          <a:xfrm>
            <a:off x="7909560" y="2377440"/>
            <a:ext cx="3657600" cy="274320"/>
          </a:xfrm>
          <a:prstGeom prst="rect">
            <a:avLst/>
          </a:prstGeom>
          <a:noFill/>
          <a:ln/>
        </p:spPr>
        <p:txBody>
          <a:bodyPr wrap="square"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Example</a:t>
            </a:r>
            <a:endParaRPr lang="en-US" sz="1600" dirty="0"/>
          </a:p>
        </p:txBody>
      </p:sp>
      <p:sp>
        <p:nvSpPr>
          <p:cNvPr id="21" name="Text 7">
            <a:extLst>
              <a:ext uri="{FF2B5EF4-FFF2-40B4-BE49-F238E27FC236}">
                <a16:creationId xmlns:a16="http://schemas.microsoft.com/office/drawing/2014/main" id="{708C6AC9-6E1D-537A-1EC0-BAE7E882D4B4}"/>
              </a:ext>
            </a:extLst>
          </p:cNvPr>
          <p:cNvSpPr/>
          <p:nvPr/>
        </p:nvSpPr>
        <p:spPr>
          <a:xfrm>
            <a:off x="7909560" y="2697480"/>
            <a:ext cx="3657600" cy="1325880"/>
          </a:xfrm>
          <a:prstGeom prst="rect">
            <a:avLst/>
          </a:prstGeom>
          <a:noFill/>
          <a:ln/>
        </p:spPr>
        <p:txBody>
          <a:bodyPr wrap="square" rtlCol="0" anchor="t"/>
          <a:lstStyle/>
          <a:p>
            <a:pPr marL="0" indent="0">
              <a:buNone/>
            </a:pPr>
            <a:r>
              <a:rPr lang="en-US" sz="1400" dirty="0">
                <a:solidFill>
                  <a:srgbClr val="374151"/>
                </a:solidFill>
                <a:latin typeface="Calibri" pitchFamily="34" charset="0"/>
                <a:ea typeface="Calibri" pitchFamily="34" charset="-122"/>
                <a:cs typeface="Calibri" pitchFamily="34" charset="-120"/>
              </a:rPr>
              <a:t>If baseline = 0.265 and Precision@10% = 0.773,</a:t>
            </a:r>
            <a:endParaRPr lang="en-US" sz="1400" dirty="0"/>
          </a:p>
          <a:p>
            <a:pPr marL="0" indent="0">
              <a:buNone/>
            </a:pPr>
            <a:r>
              <a:rPr lang="en-US" sz="1400" dirty="0">
                <a:solidFill>
                  <a:srgbClr val="374151"/>
                </a:solidFill>
                <a:latin typeface="Calibri" pitchFamily="34" charset="0"/>
                <a:ea typeface="Calibri" pitchFamily="34" charset="-122"/>
                <a:cs typeface="Calibri" pitchFamily="34" charset="-120"/>
              </a:rPr>
              <a:t>Lift@10% = 0.773 / 0.265 ≈ 2.91×.</a:t>
            </a:r>
            <a:endParaRPr lang="en-US" sz="1400" dirty="0"/>
          </a:p>
          <a:p>
            <a:pPr marL="0" indent="0">
              <a:buNone/>
            </a:pPr>
            <a:r>
              <a:rPr lang="en-US" sz="1400" dirty="0">
                <a:solidFill>
                  <a:srgbClr val="374151"/>
                </a:solidFill>
                <a:latin typeface="Calibri" pitchFamily="34" charset="0"/>
                <a:ea typeface="Calibri" pitchFamily="34" charset="-122"/>
                <a:cs typeface="Calibri" pitchFamily="34" charset="-120"/>
              </a:rPr>
              <a:t>Meaning: Top 10% is ~3× more churn-heavy than average.</a:t>
            </a:r>
            <a:endParaRPr lang="en-US" sz="1400" dirty="0"/>
          </a:p>
        </p:txBody>
      </p:sp>
      <p:sp>
        <p:nvSpPr>
          <p:cNvPr id="22" name="Shape 8">
            <a:extLst>
              <a:ext uri="{FF2B5EF4-FFF2-40B4-BE49-F238E27FC236}">
                <a16:creationId xmlns:a16="http://schemas.microsoft.com/office/drawing/2014/main" id="{A823D640-7821-FC06-E115-A6DB50D28B69}"/>
              </a:ext>
            </a:extLst>
          </p:cNvPr>
          <p:cNvSpPr/>
          <p:nvPr/>
        </p:nvSpPr>
        <p:spPr>
          <a:xfrm>
            <a:off x="7680960" y="4343400"/>
            <a:ext cx="4114800" cy="1737360"/>
          </a:xfrm>
          <a:prstGeom prst="roundRect">
            <a:avLst/>
          </a:prstGeom>
          <a:solidFill>
            <a:srgbClr val="F9FAFB"/>
          </a:solidFill>
          <a:ln w="12700">
            <a:solidFill>
              <a:srgbClr val="E5E7EB"/>
            </a:solidFill>
            <a:prstDash val="solid"/>
          </a:ln>
        </p:spPr>
        <p:txBody>
          <a:bodyPr/>
          <a:lstStyle/>
          <a:p>
            <a:endParaRPr lang="en-US"/>
          </a:p>
        </p:txBody>
      </p:sp>
      <p:sp>
        <p:nvSpPr>
          <p:cNvPr id="23" name="Text 9">
            <a:extLst>
              <a:ext uri="{FF2B5EF4-FFF2-40B4-BE49-F238E27FC236}">
                <a16:creationId xmlns:a16="http://schemas.microsoft.com/office/drawing/2014/main" id="{05C4898C-FEE0-32E8-CE59-F1B3BC57B533}"/>
              </a:ext>
            </a:extLst>
          </p:cNvPr>
          <p:cNvSpPr/>
          <p:nvPr/>
        </p:nvSpPr>
        <p:spPr>
          <a:xfrm>
            <a:off x="7909560" y="4480560"/>
            <a:ext cx="3657600" cy="274320"/>
          </a:xfrm>
          <a:prstGeom prst="rect">
            <a:avLst/>
          </a:prstGeom>
          <a:noFill/>
          <a:ln/>
        </p:spPr>
        <p:txBody>
          <a:bodyPr wrap="square"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Lift curve behavior</a:t>
            </a:r>
            <a:endParaRPr lang="en-US" sz="1600" dirty="0"/>
          </a:p>
        </p:txBody>
      </p:sp>
      <p:sp>
        <p:nvSpPr>
          <p:cNvPr id="24" name="Text 10">
            <a:extLst>
              <a:ext uri="{FF2B5EF4-FFF2-40B4-BE49-F238E27FC236}">
                <a16:creationId xmlns:a16="http://schemas.microsoft.com/office/drawing/2014/main" id="{49B36B15-5D49-DD12-BE58-7165611EC0DF}"/>
              </a:ext>
            </a:extLst>
          </p:cNvPr>
          <p:cNvSpPr/>
          <p:nvPr/>
        </p:nvSpPr>
        <p:spPr>
          <a:xfrm>
            <a:off x="7909560" y="4800600"/>
            <a:ext cx="3657600" cy="1143000"/>
          </a:xfrm>
          <a:prstGeom prst="rect">
            <a:avLst/>
          </a:prstGeom>
          <a:noFill/>
          <a:ln/>
        </p:spPr>
        <p:txBody>
          <a:bodyPr wrap="square" rtlCol="0" anchor="t"/>
          <a:lstStyle/>
          <a:p>
            <a:pPr marL="0" indent="0">
              <a:buNone/>
            </a:pPr>
            <a:r>
              <a:rPr lang="en-US" sz="1400" dirty="0">
                <a:solidFill>
                  <a:srgbClr val="374151"/>
                </a:solidFill>
                <a:latin typeface="Calibri" pitchFamily="34" charset="0"/>
                <a:ea typeface="Calibri" pitchFamily="34" charset="-122"/>
                <a:cs typeface="Calibri" pitchFamily="34" charset="-120"/>
              </a:rPr>
              <a:t>Lift is highest at very small k (top 1–5%) and decreases as we target more customers.</a:t>
            </a:r>
            <a:endParaRPr lang="en-US" sz="1400" dirty="0"/>
          </a:p>
          <a:p>
            <a:pPr marL="0" indent="0">
              <a:buNone/>
            </a:pPr>
            <a:r>
              <a:rPr lang="en-US" sz="1400" dirty="0">
                <a:solidFill>
                  <a:srgbClr val="374151"/>
                </a:solidFill>
                <a:latin typeface="Calibri" pitchFamily="34" charset="0"/>
                <a:ea typeface="Calibri" pitchFamily="34" charset="-122"/>
                <a:cs typeface="Calibri" pitchFamily="34" charset="-120"/>
              </a:rPr>
              <a:t>This is normal because we include more lower-risk customers as k grows.</a:t>
            </a:r>
            <a:endParaRPr lang="en-US" sz="1400" dirty="0"/>
          </a:p>
        </p:txBody>
      </p:sp>
      <p:sp>
        <p:nvSpPr>
          <p:cNvPr id="2" name="Text 8">
            <a:extLst>
              <a:ext uri="{FF2B5EF4-FFF2-40B4-BE49-F238E27FC236}">
                <a16:creationId xmlns:a16="http://schemas.microsoft.com/office/drawing/2014/main" id="{0A1C6808-A559-9AC5-4A49-9A186C95BE11}"/>
              </a:ext>
            </a:extLst>
          </p:cNvPr>
          <p:cNvSpPr/>
          <p:nvPr/>
        </p:nvSpPr>
        <p:spPr>
          <a:xfrm>
            <a:off x="548640" y="6537960"/>
            <a:ext cx="11064240" cy="2286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8/13</a:t>
            </a:r>
            <a:endParaRPr lang="en-US" sz="1200" dirty="0"/>
          </a:p>
        </p:txBody>
      </p:sp>
      <p:pic>
        <p:nvPicPr>
          <p:cNvPr id="4" name="Picture 3">
            <a:extLst>
              <a:ext uri="{FF2B5EF4-FFF2-40B4-BE49-F238E27FC236}">
                <a16:creationId xmlns:a16="http://schemas.microsoft.com/office/drawing/2014/main" id="{51659287-790F-72FE-ECEA-2E1F29863142}"/>
              </a:ext>
            </a:extLst>
          </p:cNvPr>
          <p:cNvPicPr>
            <a:picLocks noChangeAspect="1"/>
          </p:cNvPicPr>
          <p:nvPr/>
        </p:nvPicPr>
        <p:blipFill>
          <a:blip r:embed="rId3"/>
          <a:stretch>
            <a:fillRect/>
          </a:stretch>
        </p:blipFill>
        <p:spPr>
          <a:xfrm>
            <a:off x="895350" y="3947160"/>
            <a:ext cx="5664200" cy="2590800"/>
          </a:xfrm>
          <a:prstGeom prst="rect">
            <a:avLst/>
          </a:prstGeom>
        </p:spPr>
      </p:pic>
    </p:spTree>
    <p:extLst>
      <p:ext uri="{BB962C8B-B14F-4D97-AF65-F5344CB8AC3E}">
        <p14:creationId xmlns:p14="http://schemas.microsoft.com/office/powerpoint/2010/main" val="3616541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269D627-018B-C514-1838-F94A5E054AA9}"/>
              </a:ext>
            </a:extLst>
          </p:cNvPr>
          <p:cNvSpPr/>
          <p:nvPr/>
        </p:nvSpPr>
        <p:spPr>
          <a:xfrm>
            <a:off x="548640" y="320040"/>
            <a:ext cx="11064240" cy="731520"/>
          </a:xfrm>
          <a:prstGeom prst="rect">
            <a:avLst/>
          </a:prstGeom>
          <a:noFill/>
          <a:ln/>
        </p:spPr>
        <p:txBody>
          <a:bodyPr wrap="square" rtlCol="0" anchor="ctr"/>
          <a:lstStyle/>
          <a:p>
            <a:pPr marL="0" indent="0">
              <a:buNone/>
            </a:pPr>
            <a:r>
              <a:rPr lang="en-US" sz="3400" b="1" dirty="0">
                <a:solidFill>
                  <a:srgbClr val="1F2937"/>
                </a:solidFill>
                <a:latin typeface="Calibri" pitchFamily="34" charset="0"/>
                <a:ea typeface="Calibri" pitchFamily="34" charset="-122"/>
                <a:cs typeface="Calibri" pitchFamily="34" charset="-120"/>
              </a:rPr>
              <a:t>4) Weighted model scoring: why min–max normalization</a:t>
            </a:r>
            <a:endParaRPr lang="en-US" sz="3400" dirty="0"/>
          </a:p>
        </p:txBody>
      </p:sp>
      <p:sp>
        <p:nvSpPr>
          <p:cNvPr id="4" name="Text 1">
            <a:extLst>
              <a:ext uri="{FF2B5EF4-FFF2-40B4-BE49-F238E27FC236}">
                <a16:creationId xmlns:a16="http://schemas.microsoft.com/office/drawing/2014/main" id="{C1558728-5FB4-9970-7961-B76B64769853}"/>
              </a:ext>
            </a:extLst>
          </p:cNvPr>
          <p:cNvSpPr/>
          <p:nvPr/>
        </p:nvSpPr>
        <p:spPr>
          <a:xfrm>
            <a:off x="548640" y="1097280"/>
            <a:ext cx="11064240" cy="36576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We need one score that reflects business priorities across multiple metrics.</a:t>
            </a:r>
            <a:endParaRPr lang="en-US" sz="1600" dirty="0"/>
          </a:p>
        </p:txBody>
      </p:sp>
      <p:sp>
        <p:nvSpPr>
          <p:cNvPr id="5" name="Shape 2">
            <a:extLst>
              <a:ext uri="{FF2B5EF4-FFF2-40B4-BE49-F238E27FC236}">
                <a16:creationId xmlns:a16="http://schemas.microsoft.com/office/drawing/2014/main" id="{933E7F56-5B3D-4085-0861-D18450283EA2}"/>
              </a:ext>
            </a:extLst>
          </p:cNvPr>
          <p:cNvSpPr/>
          <p:nvPr/>
        </p:nvSpPr>
        <p:spPr>
          <a:xfrm>
            <a:off x="548640" y="1600200"/>
            <a:ext cx="11064240" cy="502920"/>
          </a:xfrm>
          <a:prstGeom prst="roundRect">
            <a:avLst/>
          </a:prstGeom>
          <a:solidFill>
            <a:schemeClr val="bg1">
              <a:lumMod val="95000"/>
            </a:schemeClr>
          </a:solidFill>
          <a:ln w="12700">
            <a:solidFill>
              <a:srgbClr val="C7D2FE"/>
            </a:solidFill>
            <a:prstDash val="solid"/>
          </a:ln>
        </p:spPr>
        <p:txBody>
          <a:bodyPr/>
          <a:lstStyle/>
          <a:p>
            <a:endParaRPr lang="en-US" dirty="0">
              <a:solidFill>
                <a:schemeClr val="bg1">
                  <a:lumMod val="65000"/>
                </a:schemeClr>
              </a:solidFill>
            </a:endParaRPr>
          </a:p>
        </p:txBody>
      </p:sp>
      <p:sp>
        <p:nvSpPr>
          <p:cNvPr id="6" name="Text 3">
            <a:extLst>
              <a:ext uri="{FF2B5EF4-FFF2-40B4-BE49-F238E27FC236}">
                <a16:creationId xmlns:a16="http://schemas.microsoft.com/office/drawing/2014/main" id="{90721D27-8C19-483A-DB76-D761E21CD381}"/>
              </a:ext>
            </a:extLst>
          </p:cNvPr>
          <p:cNvSpPr/>
          <p:nvPr/>
        </p:nvSpPr>
        <p:spPr>
          <a:xfrm>
            <a:off x="777240" y="1700784"/>
            <a:ext cx="10607040" cy="320040"/>
          </a:xfrm>
          <a:prstGeom prst="rect">
            <a:avLst/>
          </a:prstGeom>
          <a:noFill/>
          <a:ln/>
        </p:spPr>
        <p:txBody>
          <a:bodyPr wrap="square"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Problem: metrics are on different numeric scales</a:t>
            </a:r>
            <a:endParaRPr lang="en-US" sz="1800" dirty="0"/>
          </a:p>
        </p:txBody>
      </p:sp>
      <p:sp>
        <p:nvSpPr>
          <p:cNvPr id="8" name="Shape 5">
            <a:extLst>
              <a:ext uri="{FF2B5EF4-FFF2-40B4-BE49-F238E27FC236}">
                <a16:creationId xmlns:a16="http://schemas.microsoft.com/office/drawing/2014/main" id="{31333BC3-35D0-1D62-9ECB-FCEF9E2FDCB2}"/>
              </a:ext>
            </a:extLst>
          </p:cNvPr>
          <p:cNvSpPr/>
          <p:nvPr/>
        </p:nvSpPr>
        <p:spPr>
          <a:xfrm>
            <a:off x="548640" y="3553460"/>
            <a:ext cx="11064240" cy="502920"/>
          </a:xfrm>
          <a:prstGeom prst="roundRect">
            <a:avLst/>
          </a:prstGeom>
          <a:solidFill>
            <a:schemeClr val="bg1">
              <a:lumMod val="95000"/>
            </a:schemeClr>
          </a:solidFill>
          <a:ln w="12700">
            <a:solidFill>
              <a:srgbClr val="C7D2FE"/>
            </a:solidFill>
            <a:prstDash val="solid"/>
          </a:ln>
        </p:spPr>
        <p:txBody>
          <a:bodyPr/>
          <a:lstStyle/>
          <a:p>
            <a:endParaRPr lang="en-US"/>
          </a:p>
        </p:txBody>
      </p:sp>
      <p:sp>
        <p:nvSpPr>
          <p:cNvPr id="9" name="Text 6">
            <a:extLst>
              <a:ext uri="{FF2B5EF4-FFF2-40B4-BE49-F238E27FC236}">
                <a16:creationId xmlns:a16="http://schemas.microsoft.com/office/drawing/2014/main" id="{82762771-F5F4-DC4C-C71C-9A7B7F195DE8}"/>
              </a:ext>
            </a:extLst>
          </p:cNvPr>
          <p:cNvSpPr/>
          <p:nvPr/>
        </p:nvSpPr>
        <p:spPr>
          <a:xfrm>
            <a:off x="777240" y="3654044"/>
            <a:ext cx="10607040" cy="320040"/>
          </a:xfrm>
          <a:prstGeom prst="rect">
            <a:avLst/>
          </a:prstGeom>
          <a:noFill/>
          <a:ln/>
        </p:spPr>
        <p:txBody>
          <a:bodyPr wrap="square" rtlCol="0" anchor="ctr"/>
          <a:lstStyle/>
          <a:p>
            <a:r>
              <a:rPr lang="en-US" sz="1800" b="1" dirty="0">
                <a:solidFill>
                  <a:srgbClr val="1F2937"/>
                </a:solidFill>
                <a:latin typeface="Calibri" pitchFamily="34" charset="0"/>
                <a:ea typeface="Calibri" pitchFamily="34" charset="-122"/>
                <a:cs typeface="Calibri" pitchFamily="34" charset="-120"/>
              </a:rPr>
              <a:t>Solution: normalize each metric to 0–1</a:t>
            </a:r>
            <a:r>
              <a:rPr lang="en-US" b="1" dirty="0">
                <a:solidFill>
                  <a:srgbClr val="1F2937"/>
                </a:solidFill>
                <a:latin typeface="Calibri" pitchFamily="34" charset="0"/>
                <a:ea typeface="Calibri" pitchFamily="34" charset="-122"/>
                <a:cs typeface="Calibri" pitchFamily="34" charset="-120"/>
              </a:rPr>
              <a:t> scale </a:t>
            </a:r>
            <a:r>
              <a:rPr lang="en-US" sz="1800" b="1" dirty="0">
                <a:solidFill>
                  <a:srgbClr val="1F2937"/>
                </a:solidFill>
                <a:latin typeface="Calibri" pitchFamily="34" charset="0"/>
                <a:ea typeface="Calibri" pitchFamily="34" charset="-122"/>
                <a:cs typeface="Calibri" pitchFamily="34" charset="-120"/>
              </a:rPr>
              <a:t>and apply weights</a:t>
            </a:r>
            <a:endParaRPr lang="en-US" sz="1800" dirty="0"/>
          </a:p>
        </p:txBody>
      </p:sp>
      <p:sp>
        <p:nvSpPr>
          <p:cNvPr id="10" name="Shape 7">
            <a:extLst>
              <a:ext uri="{FF2B5EF4-FFF2-40B4-BE49-F238E27FC236}">
                <a16:creationId xmlns:a16="http://schemas.microsoft.com/office/drawing/2014/main" id="{60CDD20F-7DD0-6B34-D6D1-EA35C8956710}"/>
              </a:ext>
            </a:extLst>
          </p:cNvPr>
          <p:cNvSpPr/>
          <p:nvPr/>
        </p:nvSpPr>
        <p:spPr>
          <a:xfrm>
            <a:off x="822960" y="4673600"/>
            <a:ext cx="5669280" cy="1197864"/>
          </a:xfrm>
          <a:prstGeom prst="roundRect">
            <a:avLst>
              <a:gd name="adj" fmla="val 6806"/>
            </a:avLst>
          </a:prstGeom>
          <a:solidFill>
            <a:srgbClr val="F9FAFB"/>
          </a:solidFill>
          <a:ln w="12700">
            <a:solidFill>
              <a:srgbClr val="E5E7EB"/>
            </a:solidFill>
            <a:prstDash val="solid"/>
          </a:ln>
        </p:spPr>
        <p:txBody>
          <a:bodyPr/>
          <a:lstStyle/>
          <a:p>
            <a:endParaRPr lang="en-US"/>
          </a:p>
        </p:txBody>
      </p:sp>
      <p:sp>
        <p:nvSpPr>
          <p:cNvPr id="11" name="Text 8">
            <a:extLst>
              <a:ext uri="{FF2B5EF4-FFF2-40B4-BE49-F238E27FC236}">
                <a16:creationId xmlns:a16="http://schemas.microsoft.com/office/drawing/2014/main" id="{F4C3266A-A066-6F1B-E13F-EA75EE870CE1}"/>
              </a:ext>
            </a:extLst>
          </p:cNvPr>
          <p:cNvSpPr/>
          <p:nvPr/>
        </p:nvSpPr>
        <p:spPr>
          <a:xfrm>
            <a:off x="1051560" y="4845050"/>
            <a:ext cx="5212080" cy="274320"/>
          </a:xfrm>
          <a:prstGeom prst="rect">
            <a:avLst/>
          </a:prstGeom>
          <a:noFill/>
          <a:ln/>
        </p:spPr>
        <p:txBody>
          <a:bodyPr wrap="square"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Min–max normalization</a:t>
            </a:r>
            <a:endParaRPr lang="en-US" sz="1600" dirty="0"/>
          </a:p>
        </p:txBody>
      </p:sp>
      <p:sp>
        <p:nvSpPr>
          <p:cNvPr id="12" name="Text 9">
            <a:extLst>
              <a:ext uri="{FF2B5EF4-FFF2-40B4-BE49-F238E27FC236}">
                <a16:creationId xmlns:a16="http://schemas.microsoft.com/office/drawing/2014/main" id="{FEAE7D09-06D4-6732-8D1F-FF73ED43ACA3}"/>
              </a:ext>
            </a:extLst>
          </p:cNvPr>
          <p:cNvSpPr/>
          <p:nvPr/>
        </p:nvSpPr>
        <p:spPr>
          <a:xfrm>
            <a:off x="1051560" y="5165090"/>
            <a:ext cx="5212080" cy="457200"/>
          </a:xfrm>
          <a:prstGeom prst="rect">
            <a:avLst/>
          </a:prstGeom>
          <a:noFill/>
          <a:ln/>
        </p:spPr>
        <p:txBody>
          <a:bodyPr wrap="square" rtlCol="0" anchor="t"/>
          <a:lstStyle/>
          <a:p>
            <a:pPr marL="0" indent="0">
              <a:buNone/>
            </a:pPr>
            <a:r>
              <a:rPr lang="en-US" sz="1400" dirty="0">
                <a:solidFill>
                  <a:srgbClr val="374151"/>
                </a:solidFill>
                <a:latin typeface="Calibri" pitchFamily="34" charset="0"/>
                <a:ea typeface="Calibri" pitchFamily="34" charset="-122"/>
                <a:cs typeface="Calibri" pitchFamily="34" charset="-120"/>
              </a:rPr>
              <a:t>norm(x) = (x − min) / (max − min)</a:t>
            </a:r>
            <a:endParaRPr lang="en-US" sz="1400" dirty="0"/>
          </a:p>
          <a:p>
            <a:pPr marL="0" indent="0">
              <a:buNone/>
            </a:pPr>
            <a:r>
              <a:rPr lang="en-US" sz="1400" dirty="0">
                <a:solidFill>
                  <a:srgbClr val="374151"/>
                </a:solidFill>
                <a:latin typeface="Calibri" pitchFamily="34" charset="0"/>
                <a:ea typeface="Calibri" pitchFamily="34" charset="-122"/>
                <a:cs typeface="Calibri" pitchFamily="34" charset="-120"/>
              </a:rPr>
              <a:t>0 = worst model on that metric, 1 = best model on that metric.</a:t>
            </a:r>
            <a:endParaRPr lang="en-US" sz="1400" dirty="0"/>
          </a:p>
        </p:txBody>
      </p:sp>
      <p:sp>
        <p:nvSpPr>
          <p:cNvPr id="13" name="Shape 10">
            <a:extLst>
              <a:ext uri="{FF2B5EF4-FFF2-40B4-BE49-F238E27FC236}">
                <a16:creationId xmlns:a16="http://schemas.microsoft.com/office/drawing/2014/main" id="{11D2BCAD-DEBD-F7F2-BF15-7A18C7567100}"/>
              </a:ext>
            </a:extLst>
          </p:cNvPr>
          <p:cNvSpPr/>
          <p:nvPr/>
        </p:nvSpPr>
        <p:spPr>
          <a:xfrm>
            <a:off x="6858000" y="4720590"/>
            <a:ext cx="4937760" cy="1135380"/>
          </a:xfrm>
          <a:prstGeom prst="roundRect">
            <a:avLst>
              <a:gd name="adj" fmla="val 6478"/>
            </a:avLst>
          </a:prstGeom>
          <a:solidFill>
            <a:srgbClr val="F9FAFB"/>
          </a:solidFill>
          <a:ln w="12700">
            <a:solidFill>
              <a:srgbClr val="E5E7EB"/>
            </a:solidFill>
            <a:prstDash val="solid"/>
          </a:ln>
        </p:spPr>
        <p:txBody>
          <a:bodyPr/>
          <a:lstStyle/>
          <a:p>
            <a:endParaRPr lang="en-US"/>
          </a:p>
        </p:txBody>
      </p:sp>
      <p:sp>
        <p:nvSpPr>
          <p:cNvPr id="14" name="Text 11">
            <a:extLst>
              <a:ext uri="{FF2B5EF4-FFF2-40B4-BE49-F238E27FC236}">
                <a16:creationId xmlns:a16="http://schemas.microsoft.com/office/drawing/2014/main" id="{ADF58722-CDCE-4DAD-87EF-3E40BCFE9B2E}"/>
              </a:ext>
            </a:extLst>
          </p:cNvPr>
          <p:cNvSpPr/>
          <p:nvPr/>
        </p:nvSpPr>
        <p:spPr>
          <a:xfrm>
            <a:off x="7086600" y="4857750"/>
            <a:ext cx="4480560" cy="274320"/>
          </a:xfrm>
          <a:prstGeom prst="rect">
            <a:avLst/>
          </a:prstGeom>
          <a:noFill/>
          <a:ln/>
        </p:spPr>
        <p:txBody>
          <a:bodyPr wrap="square"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Weighted score</a:t>
            </a:r>
            <a:endParaRPr lang="en-US" sz="1600" dirty="0"/>
          </a:p>
        </p:txBody>
      </p:sp>
      <p:sp>
        <p:nvSpPr>
          <p:cNvPr id="15" name="Text 12">
            <a:extLst>
              <a:ext uri="{FF2B5EF4-FFF2-40B4-BE49-F238E27FC236}">
                <a16:creationId xmlns:a16="http://schemas.microsoft.com/office/drawing/2014/main" id="{019AD543-72C9-557D-FE47-85E5328A7D03}"/>
              </a:ext>
            </a:extLst>
          </p:cNvPr>
          <p:cNvSpPr/>
          <p:nvPr/>
        </p:nvSpPr>
        <p:spPr>
          <a:xfrm>
            <a:off x="7086600" y="5177790"/>
            <a:ext cx="4480560" cy="457200"/>
          </a:xfrm>
          <a:prstGeom prst="rect">
            <a:avLst/>
          </a:prstGeom>
          <a:noFill/>
          <a:ln/>
        </p:spPr>
        <p:txBody>
          <a:bodyPr wrap="square" rtlCol="0" anchor="t"/>
          <a:lstStyle/>
          <a:p>
            <a:pPr marL="0" indent="0">
              <a:buNone/>
            </a:pPr>
            <a:r>
              <a:rPr lang="en-US" sz="1400" dirty="0">
                <a:solidFill>
                  <a:srgbClr val="374151"/>
                </a:solidFill>
                <a:latin typeface="Calibri" pitchFamily="34" charset="0"/>
                <a:ea typeface="Calibri" pitchFamily="34" charset="-122"/>
                <a:cs typeface="Calibri" pitchFamily="34" charset="-120"/>
              </a:rPr>
              <a:t>Score = 0.60·norm(Lift@10%) + 0.30·norm(Lift@20%) + 0.10·norm(PR-AUC)</a:t>
            </a:r>
            <a:endParaRPr lang="en-US" sz="1400" dirty="0"/>
          </a:p>
        </p:txBody>
      </p:sp>
      <p:sp>
        <p:nvSpPr>
          <p:cNvPr id="2" name="Text 8">
            <a:extLst>
              <a:ext uri="{FF2B5EF4-FFF2-40B4-BE49-F238E27FC236}">
                <a16:creationId xmlns:a16="http://schemas.microsoft.com/office/drawing/2014/main" id="{EF555259-B15B-DC34-DF67-2408E51C819B}"/>
              </a:ext>
            </a:extLst>
          </p:cNvPr>
          <p:cNvSpPr/>
          <p:nvPr/>
        </p:nvSpPr>
        <p:spPr>
          <a:xfrm>
            <a:off x="548640" y="6537960"/>
            <a:ext cx="11064240" cy="2286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9/13</a:t>
            </a:r>
            <a:endParaRPr lang="en-US" sz="1200" dirty="0"/>
          </a:p>
        </p:txBody>
      </p:sp>
      <p:sp>
        <p:nvSpPr>
          <p:cNvPr id="17" name="TextBox 16">
            <a:extLst>
              <a:ext uri="{FF2B5EF4-FFF2-40B4-BE49-F238E27FC236}">
                <a16:creationId xmlns:a16="http://schemas.microsoft.com/office/drawing/2014/main" id="{EF7252B9-78FA-DC8F-D555-35A32EBDC833}"/>
              </a:ext>
            </a:extLst>
          </p:cNvPr>
          <p:cNvSpPr txBox="1"/>
          <p:nvPr/>
        </p:nvSpPr>
        <p:spPr>
          <a:xfrm>
            <a:off x="584200" y="4254500"/>
            <a:ext cx="11028680" cy="338554"/>
          </a:xfrm>
          <a:prstGeom prst="rect">
            <a:avLst/>
          </a:prstGeom>
          <a:noFill/>
        </p:spPr>
        <p:txBody>
          <a:bodyPr wrap="square" rtlCol="0">
            <a:spAutoFit/>
          </a:bodyPr>
          <a:lstStyle/>
          <a:p>
            <a:r>
              <a:rPr lang="en-US" sz="1600" dirty="0"/>
              <a:t>Normalization ensures each metric contributes fairly; the weights reflect business priority (Top 10% matters most).</a:t>
            </a:r>
          </a:p>
        </p:txBody>
      </p:sp>
      <p:sp>
        <p:nvSpPr>
          <p:cNvPr id="23" name="Rectangle 1">
            <a:extLst>
              <a:ext uri="{FF2B5EF4-FFF2-40B4-BE49-F238E27FC236}">
                <a16:creationId xmlns:a16="http://schemas.microsoft.com/office/drawing/2014/main" id="{9E9BC5AE-B0A7-D36E-5EF1-96BF36ADE6E5}"/>
              </a:ext>
            </a:extLst>
          </p:cNvPr>
          <p:cNvSpPr>
            <a:spLocks noChangeArrowheads="1"/>
          </p:cNvSpPr>
          <p:nvPr/>
        </p:nvSpPr>
        <p:spPr bwMode="auto">
          <a:xfrm>
            <a:off x="822960" y="2167544"/>
            <a:ext cx="544068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 rank models by weighted objective: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60% Lift@10%</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30% Lift@20%</a:t>
            </a:r>
          </a:p>
          <a:p>
            <a:pPr eaLnBrk="0" fontAlgn="base" hangingPunct="0">
              <a:spcBef>
                <a:spcPct val="0"/>
              </a:spcBef>
              <a:spcAft>
                <a:spcPct val="0"/>
              </a:spcAft>
              <a:buFontTx/>
              <a:buChar char="•"/>
            </a:pPr>
            <a:r>
              <a:rPr lang="en-US" altLang="en-US" b="1" dirty="0">
                <a:latin typeface="Arial" panose="020B0604020202020204" pitchFamily="34" charset="0"/>
              </a:rPr>
              <a:t>10% PR-AUC</a:t>
            </a:r>
            <a:endParaRPr lang="en-US" altLang="en-US" dirty="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9FAFB"/>
        </a:solidFill>
        <a:effectLst/>
      </p:bgPr>
    </p:bg>
    <p:spTree>
      <p:nvGrpSpPr>
        <p:cNvPr id="1" name=""/>
        <p:cNvGrpSpPr/>
        <p:nvPr/>
      </p:nvGrpSpPr>
      <p:grpSpPr>
        <a:xfrm>
          <a:off x="0" y="0"/>
          <a:ext cx="0" cy="0"/>
          <a:chOff x="0" y="0"/>
          <a:chExt cx="0" cy="0"/>
        </a:xfrm>
      </p:grpSpPr>
      <p:sp>
        <p:nvSpPr>
          <p:cNvPr id="3" name="Text 1"/>
          <p:cNvSpPr/>
          <p:nvPr/>
        </p:nvSpPr>
        <p:spPr>
          <a:xfrm>
            <a:off x="548640" y="932688"/>
            <a:ext cx="11064240" cy="365760"/>
          </a:xfrm>
          <a:prstGeom prst="rect">
            <a:avLst/>
          </a:prstGeom>
          <a:noFill/>
          <a:ln/>
        </p:spPr>
        <p:txBody>
          <a:bodyPr wrap="square" rtlCol="0" anchor="ctr"/>
          <a:lstStyle/>
          <a:p>
            <a:r>
              <a:rPr lang="en-US" sz="1600" b="1" i="1" dirty="0" err="1">
                <a:solidFill>
                  <a:srgbClr val="4B5563"/>
                </a:solidFill>
                <a:latin typeface="Aptos" pitchFamily="34" charset="0"/>
                <a:ea typeface="Aptos" pitchFamily="34" charset="-122"/>
                <a:cs typeface="Aptos" pitchFamily="34" charset="-120"/>
              </a:rPr>
              <a:t>Lift@k</a:t>
            </a:r>
            <a:r>
              <a:rPr lang="en-US" sz="1600" b="1" i="1" dirty="0">
                <a:solidFill>
                  <a:srgbClr val="4B5563"/>
                </a:solidFill>
                <a:latin typeface="Aptos" pitchFamily="34" charset="0"/>
                <a:ea typeface="Aptos" pitchFamily="34" charset="-122"/>
                <a:cs typeface="Aptos" pitchFamily="34" charset="-120"/>
              </a:rPr>
              <a:t> tells us how much better we are than random selection</a:t>
            </a:r>
            <a:endParaRPr lang="en-US" sz="1600" b="1" i="1" dirty="0"/>
          </a:p>
        </p:txBody>
      </p:sp>
      <p:sp>
        <p:nvSpPr>
          <p:cNvPr id="7" name="Shape 5"/>
          <p:cNvSpPr/>
          <p:nvPr/>
        </p:nvSpPr>
        <p:spPr>
          <a:xfrm>
            <a:off x="548640" y="1505338"/>
            <a:ext cx="11064240" cy="4575421"/>
          </a:xfrm>
          <a:prstGeom prst="roundRect">
            <a:avLst>
              <a:gd name="adj" fmla="val 3806"/>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a:p>
        </p:txBody>
      </p:sp>
      <p:graphicFrame>
        <p:nvGraphicFramePr>
          <p:cNvPr id="13" name="Table 12">
            <a:extLst>
              <a:ext uri="{FF2B5EF4-FFF2-40B4-BE49-F238E27FC236}">
                <a16:creationId xmlns:a16="http://schemas.microsoft.com/office/drawing/2014/main" id="{BB9015F5-770E-AEF8-AFDF-B253EF5EDDB9}"/>
              </a:ext>
            </a:extLst>
          </p:cNvPr>
          <p:cNvGraphicFramePr>
            <a:graphicFrameLocks noGrp="1"/>
          </p:cNvGraphicFramePr>
          <p:nvPr>
            <p:extLst>
              <p:ext uri="{D42A27DB-BD31-4B8C-83A1-F6EECF244321}">
                <p14:modId xmlns:p14="http://schemas.microsoft.com/office/powerpoint/2010/main" val="1335729881"/>
              </p:ext>
            </p:extLst>
          </p:nvPr>
        </p:nvGraphicFramePr>
        <p:xfrm>
          <a:off x="822960" y="1747935"/>
          <a:ext cx="10572828" cy="4177377"/>
        </p:xfrm>
        <a:graphic>
          <a:graphicData uri="http://schemas.openxmlformats.org/drawingml/2006/table">
            <a:tbl>
              <a:tblPr firstRow="1" bandRow="1">
                <a:tableStyleId>{073A0DAA-6AF3-43AB-8588-CEC1D06C72B9}</a:tableStyleId>
              </a:tblPr>
              <a:tblGrid>
                <a:gridCol w="3213936">
                  <a:extLst>
                    <a:ext uri="{9D8B030D-6E8A-4147-A177-3AD203B41FA5}">
                      <a16:colId xmlns:a16="http://schemas.microsoft.com/office/drawing/2014/main" val="1614333158"/>
                    </a:ext>
                  </a:extLst>
                </a:gridCol>
                <a:gridCol w="1925812">
                  <a:extLst>
                    <a:ext uri="{9D8B030D-6E8A-4147-A177-3AD203B41FA5}">
                      <a16:colId xmlns:a16="http://schemas.microsoft.com/office/drawing/2014/main" val="816794734"/>
                    </a:ext>
                  </a:extLst>
                </a:gridCol>
                <a:gridCol w="1708996">
                  <a:extLst>
                    <a:ext uri="{9D8B030D-6E8A-4147-A177-3AD203B41FA5}">
                      <a16:colId xmlns:a16="http://schemas.microsoft.com/office/drawing/2014/main" val="2477431085"/>
                    </a:ext>
                  </a:extLst>
                </a:gridCol>
                <a:gridCol w="1874797">
                  <a:extLst>
                    <a:ext uri="{9D8B030D-6E8A-4147-A177-3AD203B41FA5}">
                      <a16:colId xmlns:a16="http://schemas.microsoft.com/office/drawing/2014/main" val="618427934"/>
                    </a:ext>
                  </a:extLst>
                </a:gridCol>
                <a:gridCol w="1849287">
                  <a:extLst>
                    <a:ext uri="{9D8B030D-6E8A-4147-A177-3AD203B41FA5}">
                      <a16:colId xmlns:a16="http://schemas.microsoft.com/office/drawing/2014/main" val="2614148540"/>
                    </a:ext>
                  </a:extLst>
                </a:gridCol>
              </a:tblGrid>
              <a:tr h="974607">
                <a:tc>
                  <a:txBody>
                    <a:bodyPr/>
                    <a:lstStyle/>
                    <a:p>
                      <a:r>
                        <a:rPr lang="en-US" b="0" dirty="0">
                          <a:solidFill>
                            <a:schemeClr val="bg1"/>
                          </a:solidFill>
                          <a:effectLst/>
                        </a:rPr>
                        <a:t>model</a:t>
                      </a:r>
                      <a:endParaRPr lang="en-US" dirty="0">
                        <a:solidFill>
                          <a:schemeClr val="bg1"/>
                        </a:solidFill>
                      </a:endParaRPr>
                    </a:p>
                  </a:txBody>
                  <a:tcPr/>
                </a:tc>
                <a:tc>
                  <a:txBody>
                    <a:bodyPr/>
                    <a:lstStyle/>
                    <a:p>
                      <a:r>
                        <a:rPr lang="en-US" b="0" dirty="0" err="1">
                          <a:solidFill>
                            <a:schemeClr val="bg1"/>
                          </a:solidFill>
                          <a:effectLst/>
                        </a:rPr>
                        <a:t>weighted_score</a:t>
                      </a:r>
                      <a:endParaRPr lang="en-US" dirty="0">
                        <a:solidFill>
                          <a:schemeClr val="bg1"/>
                        </a:solidFill>
                      </a:endParaRPr>
                    </a:p>
                  </a:txBody>
                  <a:tcPr/>
                </a:tc>
                <a:tc>
                  <a:txBody>
                    <a:bodyPr/>
                    <a:lstStyle/>
                    <a:p>
                      <a:r>
                        <a:rPr lang="en-US" b="0" dirty="0">
                          <a:solidFill>
                            <a:schemeClr val="bg1"/>
                          </a:solidFill>
                          <a:effectLst/>
                        </a:rPr>
                        <a:t>lift@10%</a:t>
                      </a:r>
                      <a:endParaRPr lang="en-US" dirty="0">
                        <a:solidFill>
                          <a:schemeClr val="bg1"/>
                        </a:solidFill>
                      </a:endParaRPr>
                    </a:p>
                  </a:txBody>
                  <a:tcPr/>
                </a:tc>
                <a:tc>
                  <a:txBody>
                    <a:bodyPr/>
                    <a:lstStyle/>
                    <a:p>
                      <a:r>
                        <a:rPr lang="en-US" b="0" dirty="0">
                          <a:solidFill>
                            <a:schemeClr val="bg1"/>
                          </a:solidFill>
                          <a:effectLst/>
                        </a:rPr>
                        <a:t>lift@20%</a:t>
                      </a:r>
                      <a:endParaRPr lang="en-US" dirty="0">
                        <a:solidFill>
                          <a:schemeClr val="bg1"/>
                        </a:solidFill>
                      </a:endParaRPr>
                    </a:p>
                  </a:txBody>
                  <a:tcPr/>
                </a:tc>
                <a:tc>
                  <a:txBody>
                    <a:bodyPr/>
                    <a:lstStyle/>
                    <a:p>
                      <a:r>
                        <a:rPr lang="en-US" b="0" dirty="0" err="1">
                          <a:solidFill>
                            <a:schemeClr val="bg1"/>
                          </a:solidFill>
                          <a:effectLst/>
                        </a:rPr>
                        <a:t>pr_auc</a:t>
                      </a:r>
                      <a:endParaRPr lang="en-US" dirty="0">
                        <a:solidFill>
                          <a:schemeClr val="bg1"/>
                        </a:solidFill>
                      </a:endParaRPr>
                    </a:p>
                  </a:txBody>
                  <a:tcPr/>
                </a:tc>
                <a:extLst>
                  <a:ext uri="{0D108BD9-81ED-4DB2-BD59-A6C34878D82A}">
                    <a16:rowId xmlns:a16="http://schemas.microsoft.com/office/drawing/2014/main" val="4222372413"/>
                  </a:ext>
                </a:extLst>
              </a:tr>
              <a:tr h="1376931">
                <a:tc>
                  <a:txBody>
                    <a:bodyPr/>
                    <a:lstStyle/>
                    <a:p>
                      <a:r>
                        <a:rPr lang="en-US" sz="1800" b="0" kern="1200" dirty="0" err="1">
                          <a:solidFill>
                            <a:schemeClr val="dk1"/>
                          </a:solidFill>
                          <a:effectLst/>
                        </a:rPr>
                        <a:t>logistic_regression_balanced</a:t>
                      </a:r>
                      <a:endParaRPr lang="en-US" dirty="0"/>
                    </a:p>
                  </a:txBody>
                  <a:tcPr/>
                </a:tc>
                <a:tc>
                  <a:txBody>
                    <a:bodyPr/>
                    <a:lstStyle/>
                    <a:p>
                      <a:r>
                        <a:rPr lang="en-US" sz="1800" b="0" kern="1200" dirty="0">
                          <a:solidFill>
                            <a:schemeClr val="dk1"/>
                          </a:solidFill>
                          <a:effectLst/>
                        </a:rPr>
                        <a:t>0.850000</a:t>
                      </a:r>
                      <a:endParaRPr lang="en-US" dirty="0"/>
                    </a:p>
                  </a:txBody>
                  <a:tcPr/>
                </a:tc>
                <a:tc>
                  <a:txBody>
                    <a:bodyPr/>
                    <a:lstStyle/>
                    <a:p>
                      <a:r>
                        <a:rPr lang="en-US" sz="1800" b="0" kern="1200" dirty="0">
                          <a:solidFill>
                            <a:schemeClr val="dk1"/>
                          </a:solidFill>
                          <a:effectLst/>
                        </a:rPr>
                        <a:t> 2.858934</a:t>
                      </a:r>
                      <a:endParaRPr lang="en-US" dirty="0"/>
                    </a:p>
                  </a:txBody>
                  <a:tcPr/>
                </a:tc>
                <a:tc>
                  <a:txBody>
                    <a:bodyPr/>
                    <a:lstStyle/>
                    <a:p>
                      <a:r>
                        <a:rPr lang="en-US" sz="1800" b="0" kern="1200" dirty="0">
                          <a:solidFill>
                            <a:schemeClr val="dk1"/>
                          </a:solidFill>
                          <a:effectLst/>
                        </a:rPr>
                        <a:t> 2.565024</a:t>
                      </a:r>
                      <a:endParaRPr lang="en-US" dirty="0"/>
                    </a:p>
                  </a:txBody>
                  <a:tcPr/>
                </a:tc>
                <a:tc>
                  <a:txBody>
                    <a:bodyPr/>
                    <a:lstStyle/>
                    <a:p>
                      <a:r>
                        <a:rPr lang="en-US" sz="1800" b="0" kern="1200" dirty="0">
                          <a:solidFill>
                            <a:schemeClr val="dk1"/>
                          </a:solidFill>
                          <a:effectLst/>
                        </a:rPr>
                        <a:t> 0.654469</a:t>
                      </a:r>
                      <a:endParaRPr lang="en-US" dirty="0"/>
                    </a:p>
                  </a:txBody>
                  <a:tcPr/>
                </a:tc>
                <a:extLst>
                  <a:ext uri="{0D108BD9-81ED-4DB2-BD59-A6C34878D82A}">
                    <a16:rowId xmlns:a16="http://schemas.microsoft.com/office/drawing/2014/main" val="351337386"/>
                  </a:ext>
                </a:extLst>
              </a:tr>
              <a:tr h="974607">
                <a:tc>
                  <a:txBody>
                    <a:bodyPr/>
                    <a:lstStyle/>
                    <a:p>
                      <a:r>
                        <a:rPr lang="en-US" sz="1800" b="0" kern="1200" dirty="0" err="1">
                          <a:solidFill>
                            <a:schemeClr val="dk1"/>
                          </a:solidFill>
                          <a:effectLst/>
                        </a:rPr>
                        <a:t>hist_gradient_boosting</a:t>
                      </a:r>
                      <a:endParaRPr lang="en-US" dirty="0"/>
                    </a:p>
                  </a:txBody>
                  <a:tcPr/>
                </a:tc>
                <a:tc>
                  <a:txBody>
                    <a:bodyPr/>
                    <a:lstStyle/>
                    <a:p>
                      <a:r>
                        <a:rPr lang="en-US" sz="1800" b="0" kern="1200" dirty="0">
                          <a:solidFill>
                            <a:schemeClr val="dk1"/>
                          </a:solidFill>
                          <a:effectLst/>
                        </a:rPr>
                        <a:t>0.715092</a:t>
                      </a:r>
                      <a:endParaRPr lang="en-US" dirty="0"/>
                    </a:p>
                  </a:txBody>
                  <a:tcPr/>
                </a:tc>
                <a:tc>
                  <a:txBody>
                    <a:bodyPr/>
                    <a:lstStyle/>
                    <a:p>
                      <a:r>
                        <a:rPr lang="en-US" sz="1800" b="0" kern="1200" dirty="0">
                          <a:solidFill>
                            <a:schemeClr val="dk1"/>
                          </a:solidFill>
                          <a:effectLst/>
                        </a:rPr>
                        <a:t>2.885653</a:t>
                      </a:r>
                      <a:endParaRPr lang="en-US" dirty="0"/>
                    </a:p>
                  </a:txBody>
                  <a:tcPr/>
                </a:tc>
                <a:tc>
                  <a:txBody>
                    <a:bodyPr/>
                    <a:lstStyle/>
                    <a:p>
                      <a:r>
                        <a:rPr lang="en-US" sz="1800" b="0" kern="1200" dirty="0">
                          <a:solidFill>
                            <a:schemeClr val="dk1"/>
                          </a:solidFill>
                          <a:effectLst/>
                        </a:rPr>
                        <a:t>2.444789</a:t>
                      </a:r>
                      <a:endParaRPr lang="en-US" dirty="0"/>
                    </a:p>
                  </a:txBody>
                  <a:tcPr/>
                </a:tc>
                <a:tc>
                  <a:txBody>
                    <a:bodyPr/>
                    <a:lstStyle/>
                    <a:p>
                      <a:r>
                        <a:rPr lang="en-US" sz="1800" b="0" kern="1200" dirty="0">
                          <a:solidFill>
                            <a:schemeClr val="dk1"/>
                          </a:solidFill>
                          <a:effectLst/>
                        </a:rPr>
                        <a:t>0.640127</a:t>
                      </a:r>
                      <a:endParaRPr lang="en-US" dirty="0"/>
                    </a:p>
                  </a:txBody>
                  <a:tcPr/>
                </a:tc>
                <a:extLst>
                  <a:ext uri="{0D108BD9-81ED-4DB2-BD59-A6C34878D82A}">
                    <a16:rowId xmlns:a16="http://schemas.microsoft.com/office/drawing/2014/main" val="3624545239"/>
                  </a:ext>
                </a:extLst>
              </a:tr>
              <a:tr h="851232">
                <a:tc>
                  <a:txBody>
                    <a:bodyPr/>
                    <a:lstStyle/>
                    <a:p>
                      <a:r>
                        <a:rPr lang="en-US" sz="1800" b="0" kern="1200" dirty="0" err="1">
                          <a:solidFill>
                            <a:schemeClr val="dk1"/>
                          </a:solidFill>
                          <a:effectLst/>
                        </a:rPr>
                        <a:t>logistic_regression</a:t>
                      </a:r>
                      <a:endParaRPr lang="en-US" dirty="0"/>
                    </a:p>
                  </a:txBody>
                  <a:tcPr/>
                </a:tc>
                <a:tc>
                  <a:txBody>
                    <a:bodyPr/>
                    <a:lstStyle/>
                    <a:p>
                      <a:r>
                        <a:rPr lang="en-US" sz="1800" b="0" kern="1200" dirty="0">
                          <a:solidFill>
                            <a:schemeClr val="dk1"/>
                          </a:solidFill>
                          <a:effectLst/>
                        </a:rPr>
                        <a:t>0.663915</a:t>
                      </a:r>
                      <a:endParaRPr lang="en-US" dirty="0"/>
                    </a:p>
                  </a:txBody>
                  <a:tcPr/>
                </a:tc>
                <a:tc>
                  <a:txBody>
                    <a:bodyPr/>
                    <a:lstStyle/>
                    <a:p>
                      <a:r>
                        <a:rPr lang="en-US" sz="1800" b="0" kern="1200" dirty="0">
                          <a:solidFill>
                            <a:schemeClr val="dk1"/>
                          </a:solidFill>
                          <a:effectLst/>
                        </a:rPr>
                        <a:t>2.832215</a:t>
                      </a:r>
                      <a:endParaRPr lang="en-US" dirty="0"/>
                    </a:p>
                  </a:txBody>
                  <a:tcPr/>
                </a:tc>
                <a:tc>
                  <a:txBody>
                    <a:bodyPr/>
                    <a:lstStyle/>
                    <a:p>
                      <a:r>
                        <a:rPr lang="en-US" sz="1800" b="0" kern="1200" dirty="0">
                          <a:solidFill>
                            <a:schemeClr val="dk1"/>
                          </a:solidFill>
                          <a:effectLst/>
                        </a:rPr>
                        <a:t>2.551665</a:t>
                      </a:r>
                      <a:endParaRPr lang="en-US" dirty="0"/>
                    </a:p>
                  </a:txBody>
                  <a:tcPr/>
                </a:tc>
                <a:tc>
                  <a:txBody>
                    <a:bodyPr/>
                    <a:lstStyle/>
                    <a:p>
                      <a:r>
                        <a:rPr lang="en-US" sz="1800" b="0" kern="1200" dirty="0">
                          <a:solidFill>
                            <a:schemeClr val="dk1"/>
                          </a:solidFill>
                          <a:effectLst/>
                        </a:rPr>
                        <a:t>0.652185</a:t>
                      </a:r>
                      <a:endParaRPr lang="en-US" dirty="0"/>
                    </a:p>
                  </a:txBody>
                  <a:tcPr/>
                </a:tc>
                <a:extLst>
                  <a:ext uri="{0D108BD9-81ED-4DB2-BD59-A6C34878D82A}">
                    <a16:rowId xmlns:a16="http://schemas.microsoft.com/office/drawing/2014/main" val="1447872128"/>
                  </a:ext>
                </a:extLst>
              </a:tr>
            </a:tbl>
          </a:graphicData>
        </a:graphic>
      </p:graphicFrame>
      <p:sp>
        <p:nvSpPr>
          <p:cNvPr id="14" name="Text 0">
            <a:extLst>
              <a:ext uri="{FF2B5EF4-FFF2-40B4-BE49-F238E27FC236}">
                <a16:creationId xmlns:a16="http://schemas.microsoft.com/office/drawing/2014/main" id="{2158033B-07FD-EAF0-127C-AFD9FB591F92}"/>
              </a:ext>
            </a:extLst>
          </p:cNvPr>
          <p:cNvSpPr/>
          <p:nvPr/>
        </p:nvSpPr>
        <p:spPr>
          <a:xfrm>
            <a:off x="548640" y="320040"/>
            <a:ext cx="11064240" cy="731520"/>
          </a:xfrm>
          <a:prstGeom prst="rect">
            <a:avLst/>
          </a:prstGeom>
          <a:noFill/>
          <a:ln/>
        </p:spPr>
        <p:txBody>
          <a:bodyPr wrap="square" rtlCol="0" anchor="ctr"/>
          <a:lstStyle/>
          <a:p>
            <a:pPr marL="0" indent="0">
              <a:buNone/>
            </a:pPr>
            <a:r>
              <a:rPr lang="en-US" sz="3400" b="1" dirty="0">
                <a:solidFill>
                  <a:srgbClr val="1F2937"/>
                </a:solidFill>
                <a:latin typeface="Calibri" pitchFamily="34" charset="0"/>
                <a:ea typeface="Calibri" pitchFamily="34" charset="-122"/>
                <a:cs typeface="Calibri" pitchFamily="34" charset="-120"/>
              </a:rPr>
              <a:t>4) Weighted model scoring: why min–max normalization</a:t>
            </a:r>
            <a:endParaRPr lang="en-US" sz="3400" dirty="0"/>
          </a:p>
        </p:txBody>
      </p:sp>
      <p:sp>
        <p:nvSpPr>
          <p:cNvPr id="2" name="Text 8">
            <a:extLst>
              <a:ext uri="{FF2B5EF4-FFF2-40B4-BE49-F238E27FC236}">
                <a16:creationId xmlns:a16="http://schemas.microsoft.com/office/drawing/2014/main" id="{A3B607E7-C817-FDC9-ADCD-0036600F4A72}"/>
              </a:ext>
            </a:extLst>
          </p:cNvPr>
          <p:cNvSpPr/>
          <p:nvPr/>
        </p:nvSpPr>
        <p:spPr>
          <a:xfrm>
            <a:off x="548640" y="6537960"/>
            <a:ext cx="11064240" cy="2286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10/13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0B95CC0-3154-20C5-85EF-C7018BFC2AD0}"/>
              </a:ext>
            </a:extLst>
          </p:cNvPr>
          <p:cNvSpPr/>
          <p:nvPr/>
        </p:nvSpPr>
        <p:spPr>
          <a:xfrm>
            <a:off x="548640" y="320040"/>
            <a:ext cx="11064240" cy="731520"/>
          </a:xfrm>
          <a:prstGeom prst="rect">
            <a:avLst/>
          </a:prstGeom>
          <a:noFill/>
          <a:ln/>
        </p:spPr>
        <p:txBody>
          <a:bodyPr wrap="square" rtlCol="0" anchor="ctr"/>
          <a:lstStyle/>
          <a:p>
            <a:pPr marL="0" indent="0">
              <a:buNone/>
            </a:pPr>
            <a:r>
              <a:rPr lang="en-US" sz="3400" b="1" dirty="0">
                <a:solidFill>
                  <a:srgbClr val="1F2937"/>
                </a:solidFill>
                <a:latin typeface="Calibri" pitchFamily="34" charset="0"/>
                <a:ea typeface="Calibri" pitchFamily="34" charset="-122"/>
                <a:cs typeface="Calibri" pitchFamily="34" charset="-120"/>
              </a:rPr>
              <a:t>4) Production/Pilot decision</a:t>
            </a:r>
            <a:endParaRPr lang="en-US" sz="3400" dirty="0"/>
          </a:p>
        </p:txBody>
      </p:sp>
      <p:sp>
        <p:nvSpPr>
          <p:cNvPr id="4" name="Shape 2">
            <a:extLst>
              <a:ext uri="{FF2B5EF4-FFF2-40B4-BE49-F238E27FC236}">
                <a16:creationId xmlns:a16="http://schemas.microsoft.com/office/drawing/2014/main" id="{54E70AEF-4D5F-FE9B-4244-3A07FD368477}"/>
              </a:ext>
            </a:extLst>
          </p:cNvPr>
          <p:cNvSpPr/>
          <p:nvPr/>
        </p:nvSpPr>
        <p:spPr>
          <a:xfrm>
            <a:off x="548640" y="1828800"/>
            <a:ext cx="11008360" cy="1920240"/>
          </a:xfrm>
          <a:prstGeom prst="roundRect">
            <a:avLst>
              <a:gd name="adj" fmla="val 8892"/>
            </a:avLst>
          </a:prstGeom>
          <a:solidFill>
            <a:schemeClr val="bg1">
              <a:lumMod val="95000"/>
            </a:schemeClr>
          </a:solidFill>
          <a:ln w="12700">
            <a:solidFill>
              <a:srgbClr val="E5E7EB"/>
            </a:solidFill>
            <a:prstDash val="solid"/>
          </a:ln>
        </p:spPr>
        <p:txBody>
          <a:bodyPr/>
          <a:lstStyle/>
          <a:p>
            <a:endParaRPr lang="en-US"/>
          </a:p>
        </p:txBody>
      </p:sp>
      <p:sp>
        <p:nvSpPr>
          <p:cNvPr id="5" name="Text 3">
            <a:extLst>
              <a:ext uri="{FF2B5EF4-FFF2-40B4-BE49-F238E27FC236}">
                <a16:creationId xmlns:a16="http://schemas.microsoft.com/office/drawing/2014/main" id="{261A886C-2324-CAFB-14CE-B2610449BD58}"/>
              </a:ext>
            </a:extLst>
          </p:cNvPr>
          <p:cNvSpPr/>
          <p:nvPr/>
        </p:nvSpPr>
        <p:spPr>
          <a:xfrm>
            <a:off x="635000" y="1897380"/>
            <a:ext cx="4864100" cy="388620"/>
          </a:xfrm>
          <a:prstGeom prst="rect">
            <a:avLst/>
          </a:prstGeom>
          <a:noFill/>
          <a:ln/>
        </p:spPr>
        <p:txBody>
          <a:bodyPr wrap="square" rtlCol="0" anchor="ctr"/>
          <a:lstStyle/>
          <a:p>
            <a:pPr marL="0" indent="0">
              <a:buNone/>
            </a:pPr>
            <a:r>
              <a:rPr lang="en-US" b="1" dirty="0">
                <a:solidFill>
                  <a:srgbClr val="1F2937"/>
                </a:solidFill>
                <a:latin typeface="Calibri" pitchFamily="34" charset="0"/>
                <a:ea typeface="Calibri" pitchFamily="34" charset="-122"/>
                <a:cs typeface="Calibri" pitchFamily="34" charset="-120"/>
              </a:rPr>
              <a:t>Production default</a:t>
            </a:r>
            <a:endParaRPr lang="en-US" dirty="0"/>
          </a:p>
        </p:txBody>
      </p:sp>
      <p:sp>
        <p:nvSpPr>
          <p:cNvPr id="6" name="Text 4">
            <a:extLst>
              <a:ext uri="{FF2B5EF4-FFF2-40B4-BE49-F238E27FC236}">
                <a16:creationId xmlns:a16="http://schemas.microsoft.com/office/drawing/2014/main" id="{00436AC6-C732-3B55-F90B-2D78DF1C7291}"/>
              </a:ext>
            </a:extLst>
          </p:cNvPr>
          <p:cNvSpPr/>
          <p:nvPr/>
        </p:nvSpPr>
        <p:spPr>
          <a:xfrm>
            <a:off x="730250" y="2286000"/>
            <a:ext cx="10363200" cy="1325880"/>
          </a:xfrm>
          <a:prstGeom prst="rect">
            <a:avLst/>
          </a:prstGeom>
          <a:noFill/>
          <a:ln/>
        </p:spPr>
        <p:txBody>
          <a:bodyPr wrap="square" rtlCol="0" anchor="t"/>
          <a:lstStyle/>
          <a:p>
            <a:pPr marL="0" indent="0">
              <a:buNone/>
            </a:pPr>
            <a:r>
              <a:rPr lang="en-US" dirty="0">
                <a:solidFill>
                  <a:srgbClr val="374151"/>
                </a:solidFill>
                <a:latin typeface="Calibri" pitchFamily="34" charset="0"/>
                <a:ea typeface="Calibri" pitchFamily="34" charset="-122"/>
                <a:cs typeface="Calibri" pitchFamily="34" charset="-120"/>
              </a:rPr>
              <a:t>Logistic Regression (balanced)</a:t>
            </a:r>
            <a:endParaRPr lang="en-US" dirty="0"/>
          </a:p>
          <a:p>
            <a:pPr marL="0" indent="0">
              <a:buNone/>
            </a:pPr>
            <a:r>
              <a:rPr lang="en-US" dirty="0">
                <a:solidFill>
                  <a:srgbClr val="374151"/>
                </a:solidFill>
                <a:latin typeface="Calibri" pitchFamily="34" charset="0"/>
                <a:ea typeface="Calibri" pitchFamily="34" charset="-122"/>
                <a:cs typeface="Calibri" pitchFamily="34" charset="-120"/>
              </a:rPr>
              <a:t>Why: best overall weighted score (strong Lift@20% + strong PR-AUC + high Lift@10%).</a:t>
            </a:r>
            <a:endParaRPr lang="en-US" dirty="0"/>
          </a:p>
          <a:p>
            <a:pPr marL="0" indent="0">
              <a:buNone/>
            </a:pPr>
            <a:r>
              <a:rPr lang="en-US" dirty="0">
                <a:solidFill>
                  <a:srgbClr val="374151"/>
                </a:solidFill>
                <a:latin typeface="Calibri" pitchFamily="34" charset="0"/>
                <a:ea typeface="Calibri" pitchFamily="34" charset="-122"/>
                <a:cs typeface="Calibri" pitchFamily="34" charset="-120"/>
              </a:rPr>
              <a:t>Best all-round choice for Top 10% and Top 20% targeting.</a:t>
            </a:r>
            <a:endParaRPr lang="en-US" dirty="0"/>
          </a:p>
        </p:txBody>
      </p:sp>
      <p:sp>
        <p:nvSpPr>
          <p:cNvPr id="7" name="Shape 5">
            <a:extLst>
              <a:ext uri="{FF2B5EF4-FFF2-40B4-BE49-F238E27FC236}">
                <a16:creationId xmlns:a16="http://schemas.microsoft.com/office/drawing/2014/main" id="{CDDC40CB-8158-9E1A-D482-0B76830B3749}"/>
              </a:ext>
            </a:extLst>
          </p:cNvPr>
          <p:cNvSpPr/>
          <p:nvPr/>
        </p:nvSpPr>
        <p:spPr>
          <a:xfrm>
            <a:off x="548640" y="3886200"/>
            <a:ext cx="11008360" cy="1508760"/>
          </a:xfrm>
          <a:prstGeom prst="roundRect">
            <a:avLst>
              <a:gd name="adj" fmla="val 8834"/>
            </a:avLst>
          </a:prstGeom>
          <a:solidFill>
            <a:schemeClr val="bg1">
              <a:lumMod val="95000"/>
            </a:schemeClr>
          </a:solidFill>
          <a:ln w="12700">
            <a:solidFill>
              <a:srgbClr val="E5E7EB"/>
            </a:solidFill>
            <a:prstDash val="solid"/>
          </a:ln>
        </p:spPr>
        <p:txBody>
          <a:bodyPr/>
          <a:lstStyle/>
          <a:p>
            <a:endParaRPr lang="en-US"/>
          </a:p>
        </p:txBody>
      </p:sp>
      <p:sp>
        <p:nvSpPr>
          <p:cNvPr id="8" name="Text 6">
            <a:extLst>
              <a:ext uri="{FF2B5EF4-FFF2-40B4-BE49-F238E27FC236}">
                <a16:creationId xmlns:a16="http://schemas.microsoft.com/office/drawing/2014/main" id="{E328DA4C-6B23-5E0C-253E-F6B6DF372935}"/>
              </a:ext>
            </a:extLst>
          </p:cNvPr>
          <p:cNvSpPr/>
          <p:nvPr/>
        </p:nvSpPr>
        <p:spPr>
          <a:xfrm>
            <a:off x="635000" y="3995420"/>
            <a:ext cx="4864100" cy="347980"/>
          </a:xfrm>
          <a:prstGeom prst="rect">
            <a:avLst/>
          </a:prstGeom>
          <a:noFill/>
          <a:ln/>
        </p:spPr>
        <p:txBody>
          <a:bodyPr wrap="square" rtlCol="0" anchor="ctr"/>
          <a:lstStyle/>
          <a:p>
            <a:pPr marL="0" indent="0">
              <a:buNone/>
            </a:pPr>
            <a:r>
              <a:rPr lang="en-US" b="1" dirty="0">
                <a:solidFill>
                  <a:srgbClr val="1F2937"/>
                </a:solidFill>
                <a:latin typeface="Calibri" pitchFamily="34" charset="0"/>
                <a:ea typeface="Calibri" pitchFamily="34" charset="-122"/>
                <a:cs typeface="Calibri" pitchFamily="34" charset="-120"/>
              </a:rPr>
              <a:t>Pilot comparison</a:t>
            </a:r>
            <a:endParaRPr lang="en-US" dirty="0"/>
          </a:p>
        </p:txBody>
      </p:sp>
      <p:sp>
        <p:nvSpPr>
          <p:cNvPr id="9" name="Text 7">
            <a:extLst>
              <a:ext uri="{FF2B5EF4-FFF2-40B4-BE49-F238E27FC236}">
                <a16:creationId xmlns:a16="http://schemas.microsoft.com/office/drawing/2014/main" id="{07DED70A-AB48-4A43-7D75-5B31566475FC}"/>
              </a:ext>
            </a:extLst>
          </p:cNvPr>
          <p:cNvSpPr/>
          <p:nvPr/>
        </p:nvSpPr>
        <p:spPr>
          <a:xfrm>
            <a:off x="730250" y="4343400"/>
            <a:ext cx="10638790" cy="914400"/>
          </a:xfrm>
          <a:prstGeom prst="rect">
            <a:avLst/>
          </a:prstGeom>
          <a:noFill/>
          <a:ln/>
        </p:spPr>
        <p:txBody>
          <a:bodyPr wrap="square" rtlCol="0" anchor="t"/>
          <a:lstStyle/>
          <a:p>
            <a:pPr marL="0" indent="0">
              <a:buNone/>
            </a:pPr>
            <a:r>
              <a:rPr lang="en-US" dirty="0">
                <a:solidFill>
                  <a:srgbClr val="374151"/>
                </a:solidFill>
                <a:latin typeface="Calibri" pitchFamily="34" charset="0"/>
                <a:ea typeface="Calibri" pitchFamily="34" charset="-122"/>
                <a:cs typeface="Calibri" pitchFamily="34" charset="-120"/>
              </a:rPr>
              <a:t>HistGradientBoosting</a:t>
            </a:r>
            <a:endParaRPr lang="en-US" dirty="0"/>
          </a:p>
          <a:p>
            <a:pPr marL="0" indent="0">
              <a:buNone/>
            </a:pPr>
            <a:r>
              <a:rPr lang="en-US" dirty="0">
                <a:solidFill>
                  <a:srgbClr val="374151"/>
                </a:solidFill>
                <a:latin typeface="Calibri" pitchFamily="34" charset="0"/>
                <a:ea typeface="Calibri" pitchFamily="34" charset="-122"/>
                <a:cs typeface="Calibri" pitchFamily="34" charset="-120"/>
              </a:rPr>
              <a:t>Why: best Lift@10% (“Top 10% sniper”).</a:t>
            </a:r>
            <a:endParaRPr lang="en-US" dirty="0"/>
          </a:p>
          <a:p>
            <a:pPr marL="0" indent="0">
              <a:buNone/>
            </a:pPr>
            <a:r>
              <a:rPr lang="en-US" dirty="0">
                <a:solidFill>
                  <a:srgbClr val="374151"/>
                </a:solidFill>
                <a:latin typeface="Calibri" pitchFamily="34" charset="0"/>
                <a:ea typeface="Calibri" pitchFamily="34" charset="-122"/>
                <a:cs typeface="Calibri" pitchFamily="34" charset="-120"/>
              </a:rPr>
              <a:t>Test head-to-head vs Champion in pilot for incremental ROI.</a:t>
            </a:r>
            <a:endParaRPr lang="en-US" dirty="0"/>
          </a:p>
        </p:txBody>
      </p:sp>
      <p:sp>
        <p:nvSpPr>
          <p:cNvPr id="15" name="Text 8">
            <a:extLst>
              <a:ext uri="{FF2B5EF4-FFF2-40B4-BE49-F238E27FC236}">
                <a16:creationId xmlns:a16="http://schemas.microsoft.com/office/drawing/2014/main" id="{177E5F18-A655-D4B7-CE6E-5CF5668B3688}"/>
              </a:ext>
            </a:extLst>
          </p:cNvPr>
          <p:cNvSpPr/>
          <p:nvPr/>
        </p:nvSpPr>
        <p:spPr>
          <a:xfrm>
            <a:off x="548640" y="6537960"/>
            <a:ext cx="11064240" cy="2286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11/13</a:t>
            </a:r>
            <a:endParaRPr lang="en-US" sz="1200" dirty="0"/>
          </a:p>
        </p:txBody>
      </p:sp>
    </p:spTree>
    <p:extLst>
      <p:ext uri="{BB962C8B-B14F-4D97-AF65-F5344CB8AC3E}">
        <p14:creationId xmlns:p14="http://schemas.microsoft.com/office/powerpoint/2010/main" val="2117386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buNone/>
            </a:pPr>
            <a:r>
              <a:rPr lang="en-US" sz="3400" b="1" dirty="0">
                <a:solidFill>
                  <a:srgbClr val="1F2937"/>
                </a:solidFill>
                <a:latin typeface="Aptos Display" pitchFamily="34" charset="0"/>
                <a:ea typeface="Aptos Display" pitchFamily="34" charset="-122"/>
                <a:cs typeface="Aptos Display" pitchFamily="34" charset="-120"/>
              </a:rPr>
              <a:t>5) Deployment &amp; readiness (app)</a:t>
            </a:r>
            <a:endParaRPr lang="en-US" sz="3400" dirty="0"/>
          </a:p>
        </p:txBody>
      </p:sp>
      <p:sp>
        <p:nvSpPr>
          <p:cNvPr id="3" name="Text 1"/>
          <p:cNvSpPr/>
          <p:nvPr/>
        </p:nvSpPr>
        <p:spPr>
          <a:xfrm>
            <a:off x="548640" y="932688"/>
            <a:ext cx="11064240" cy="365760"/>
          </a:xfrm>
          <a:prstGeom prst="rect">
            <a:avLst/>
          </a:prstGeom>
          <a:noFill/>
          <a:ln/>
        </p:spPr>
        <p:txBody>
          <a:bodyPr wrap="square" rtlCol="0" anchor="ctr"/>
          <a:lstStyle/>
          <a:p>
            <a:pPr marL="0" indent="0">
              <a:buNone/>
            </a:pPr>
            <a:r>
              <a:rPr lang="en-US" sz="1600" dirty="0">
                <a:solidFill>
                  <a:srgbClr val="4B5563"/>
                </a:solidFill>
                <a:latin typeface="Aptos" pitchFamily="34" charset="0"/>
                <a:ea typeface="Aptos" pitchFamily="34" charset="-122"/>
                <a:cs typeface="Aptos" pitchFamily="34" charset="-120"/>
              </a:rPr>
              <a:t>Turn scores into action, then prove ROI with a controlled pilot</a:t>
            </a:r>
            <a:endParaRPr lang="en-US" sz="1600" dirty="0"/>
          </a:p>
        </p:txBody>
      </p:sp>
      <p:sp>
        <p:nvSpPr>
          <p:cNvPr id="4" name="Shape 2"/>
          <p:cNvSpPr/>
          <p:nvPr/>
        </p:nvSpPr>
        <p:spPr>
          <a:xfrm>
            <a:off x="548640" y="1417320"/>
            <a:ext cx="10820400" cy="2945130"/>
          </a:xfrm>
          <a:prstGeom prst="roundRect">
            <a:avLst>
              <a:gd name="adj" fmla="val 4140"/>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a:p>
        </p:txBody>
      </p:sp>
      <p:sp>
        <p:nvSpPr>
          <p:cNvPr id="5" name="Text 3"/>
          <p:cNvSpPr/>
          <p:nvPr/>
        </p:nvSpPr>
        <p:spPr>
          <a:xfrm>
            <a:off x="822960" y="1618488"/>
            <a:ext cx="4937760" cy="274320"/>
          </a:xfrm>
          <a:prstGeom prst="rect">
            <a:avLst/>
          </a:prstGeom>
          <a:noFill/>
          <a:ln/>
        </p:spPr>
        <p:txBody>
          <a:bodyPr wrap="square" rtlCol="0" anchor="ctr"/>
          <a:lstStyle/>
          <a:p>
            <a:pPr marL="0" indent="0">
              <a:buNone/>
            </a:pPr>
            <a:r>
              <a:rPr lang="en-US" b="1" dirty="0">
                <a:solidFill>
                  <a:srgbClr val="111827"/>
                </a:solidFill>
                <a:latin typeface="Aptos Display" pitchFamily="34" charset="0"/>
                <a:ea typeface="Aptos Display" pitchFamily="34" charset="-122"/>
                <a:cs typeface="Aptos Display" pitchFamily="34" charset="-120"/>
              </a:rPr>
              <a:t>Streamlit app components</a:t>
            </a:r>
            <a:endParaRPr lang="en-US" dirty="0"/>
          </a:p>
        </p:txBody>
      </p:sp>
      <p:sp>
        <p:nvSpPr>
          <p:cNvPr id="6" name="Text 4"/>
          <p:cNvSpPr/>
          <p:nvPr/>
        </p:nvSpPr>
        <p:spPr>
          <a:xfrm>
            <a:off x="868680" y="1965960"/>
            <a:ext cx="10212070" cy="1609090"/>
          </a:xfrm>
          <a:prstGeom prst="rect">
            <a:avLst/>
          </a:prstGeom>
          <a:noFill/>
          <a:ln/>
        </p:spPr>
        <p:txBody>
          <a:bodyPr wrap="square" rtlCol="0" anchor="t"/>
          <a:lstStyle/>
          <a:p>
            <a:pPr marL="228600" indent="-228600">
              <a:lnSpc>
                <a:spcPct val="110000"/>
              </a:lnSpc>
              <a:buSzPct val="100000"/>
              <a:buChar char="•"/>
            </a:pPr>
            <a:r>
              <a:rPr lang="en-US" dirty="0">
                <a:solidFill>
                  <a:srgbClr val="111827"/>
                </a:solidFill>
                <a:latin typeface="Aptos" pitchFamily="34" charset="0"/>
                <a:ea typeface="Aptos" pitchFamily="34" charset="-122"/>
                <a:cs typeface="Aptos" pitchFamily="34" charset="-120"/>
              </a:rPr>
              <a:t>Controls: model choice, Top 10%/20%, minimum threshold, holdout metrics toggle.</a:t>
            </a:r>
            <a:endParaRPr lang="en-US" dirty="0"/>
          </a:p>
          <a:p>
            <a:pPr marL="228600" indent="-228600">
              <a:lnSpc>
                <a:spcPct val="110000"/>
              </a:lnSpc>
              <a:buSzPct val="100000"/>
              <a:buChar char="•"/>
            </a:pPr>
            <a:r>
              <a:rPr lang="en-US" dirty="0">
                <a:solidFill>
                  <a:srgbClr val="111827"/>
                </a:solidFill>
                <a:latin typeface="Aptos" pitchFamily="34" charset="0"/>
                <a:ea typeface="Aptos" pitchFamily="34" charset="-122"/>
                <a:cs typeface="Aptos" pitchFamily="34" charset="-120"/>
              </a:rPr>
              <a:t>Scoring: align input features to the model’s expected schema and compute probabilities.</a:t>
            </a:r>
            <a:endParaRPr lang="en-US" dirty="0"/>
          </a:p>
          <a:p>
            <a:pPr marL="228600" indent="-228600">
              <a:lnSpc>
                <a:spcPct val="110000"/>
              </a:lnSpc>
              <a:buSzPct val="100000"/>
              <a:buChar char="•"/>
            </a:pPr>
            <a:r>
              <a:rPr lang="en-US" dirty="0">
                <a:solidFill>
                  <a:srgbClr val="111827"/>
                </a:solidFill>
                <a:latin typeface="Aptos" pitchFamily="34" charset="0"/>
                <a:ea typeface="Aptos" pitchFamily="34" charset="-122"/>
                <a:cs typeface="Aptos" pitchFamily="34" charset="-120"/>
              </a:rPr>
              <a:t>Outputs: prioritized table + CSV export for operations.</a:t>
            </a:r>
            <a:endParaRPr lang="en-US" dirty="0"/>
          </a:p>
          <a:p>
            <a:pPr marL="228600" indent="-228600">
              <a:lnSpc>
                <a:spcPct val="110000"/>
              </a:lnSpc>
              <a:buSzPct val="100000"/>
              <a:buChar char="•"/>
            </a:pPr>
            <a:r>
              <a:rPr lang="en-US" dirty="0">
                <a:solidFill>
                  <a:srgbClr val="111827"/>
                </a:solidFill>
                <a:latin typeface="Aptos" pitchFamily="34" charset="0"/>
                <a:ea typeface="Aptos" pitchFamily="34" charset="-122"/>
                <a:cs typeface="Aptos" pitchFamily="34" charset="-120"/>
              </a:rPr>
              <a:t>Metrics: fixed churn label (Churn_Yes) to prevent invalid evaluation.</a:t>
            </a:r>
            <a:endParaRPr lang="en-US" dirty="0"/>
          </a:p>
        </p:txBody>
      </p:sp>
      <p:sp>
        <p:nvSpPr>
          <p:cNvPr id="10" name="Text 8">
            <a:extLst>
              <a:ext uri="{FF2B5EF4-FFF2-40B4-BE49-F238E27FC236}">
                <a16:creationId xmlns:a16="http://schemas.microsoft.com/office/drawing/2014/main" id="{982B54E8-D7DC-0C54-36CD-4AB2CAA11161}"/>
              </a:ext>
            </a:extLst>
          </p:cNvPr>
          <p:cNvSpPr/>
          <p:nvPr/>
        </p:nvSpPr>
        <p:spPr>
          <a:xfrm>
            <a:off x="548640" y="6537960"/>
            <a:ext cx="11064240" cy="2286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12/13</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a:extLst>
            <a:ext uri="{FF2B5EF4-FFF2-40B4-BE49-F238E27FC236}">
              <a16:creationId xmlns:a16="http://schemas.microsoft.com/office/drawing/2014/main" id="{C900F140-D357-E96E-11EB-BA83D568AB8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F9E778-D7F7-385B-7E6E-F249B7E4D070}"/>
              </a:ext>
            </a:extLst>
          </p:cNvPr>
          <p:cNvSpPr/>
          <p:nvPr/>
        </p:nvSpPr>
        <p:spPr>
          <a:xfrm>
            <a:off x="548640" y="338328"/>
            <a:ext cx="11288175" cy="548640"/>
          </a:xfrm>
          <a:prstGeom prst="rect">
            <a:avLst/>
          </a:prstGeom>
          <a:noFill/>
          <a:ln/>
        </p:spPr>
        <p:txBody>
          <a:bodyPr wrap="square" rtlCol="0" anchor="ctr"/>
          <a:lstStyle/>
          <a:p>
            <a:r>
              <a:rPr lang="en-US" sz="3400" b="1" dirty="0" err="1">
                <a:solidFill>
                  <a:srgbClr val="1F2937"/>
                </a:solidFill>
                <a:latin typeface="Aptos Display" pitchFamily="34" charset="0"/>
              </a:rPr>
              <a:t>Streamlit</a:t>
            </a:r>
            <a:r>
              <a:rPr lang="en-US" sz="3400" b="1" dirty="0">
                <a:solidFill>
                  <a:srgbClr val="1F2937"/>
                </a:solidFill>
                <a:latin typeface="Aptos Display" pitchFamily="34" charset="0"/>
              </a:rPr>
              <a:t> App</a:t>
            </a:r>
          </a:p>
        </p:txBody>
      </p:sp>
      <p:pic>
        <p:nvPicPr>
          <p:cNvPr id="4" name="Picture 3">
            <a:extLst>
              <a:ext uri="{FF2B5EF4-FFF2-40B4-BE49-F238E27FC236}">
                <a16:creationId xmlns:a16="http://schemas.microsoft.com/office/drawing/2014/main" id="{A95D6FA3-3586-876B-2B29-9BBA30A891CF}"/>
              </a:ext>
            </a:extLst>
          </p:cNvPr>
          <p:cNvPicPr>
            <a:picLocks noChangeAspect="1"/>
          </p:cNvPicPr>
          <p:nvPr/>
        </p:nvPicPr>
        <p:blipFill>
          <a:blip r:embed="rId3"/>
          <a:stretch>
            <a:fillRect/>
          </a:stretch>
        </p:blipFill>
        <p:spPr>
          <a:xfrm>
            <a:off x="548640" y="976604"/>
            <a:ext cx="11288175" cy="5328643"/>
          </a:xfrm>
          <a:prstGeom prst="rect">
            <a:avLst/>
          </a:prstGeom>
        </p:spPr>
      </p:pic>
      <p:sp>
        <p:nvSpPr>
          <p:cNvPr id="3" name="Text 8">
            <a:extLst>
              <a:ext uri="{FF2B5EF4-FFF2-40B4-BE49-F238E27FC236}">
                <a16:creationId xmlns:a16="http://schemas.microsoft.com/office/drawing/2014/main" id="{4E32AEAE-0131-1239-1C40-A2BB0BAC6AB0}"/>
              </a:ext>
            </a:extLst>
          </p:cNvPr>
          <p:cNvSpPr/>
          <p:nvPr/>
        </p:nvSpPr>
        <p:spPr>
          <a:xfrm>
            <a:off x="548640" y="6537960"/>
            <a:ext cx="11064240" cy="2286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13/13</a:t>
            </a:r>
            <a:endParaRPr lang="en-US" sz="1200" dirty="0"/>
          </a:p>
        </p:txBody>
      </p:sp>
    </p:spTree>
    <p:extLst>
      <p:ext uri="{BB962C8B-B14F-4D97-AF65-F5344CB8AC3E}">
        <p14:creationId xmlns:p14="http://schemas.microsoft.com/office/powerpoint/2010/main" val="762827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853</TotalTime>
  <Words>1790</Words>
  <Application>Microsoft Office PowerPoint</Application>
  <PresentationFormat>Widescreen</PresentationFormat>
  <Paragraphs>164</Paragraphs>
  <Slides>13</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Cascadia Code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Bilikisu</dc:creator>
  <cp:lastModifiedBy>Bilikisu Wunmi Olatunji</cp:lastModifiedBy>
  <cp:revision>6</cp:revision>
  <dcterms:created xsi:type="dcterms:W3CDTF">2026-01-14T11:14:50Z</dcterms:created>
  <dcterms:modified xsi:type="dcterms:W3CDTF">2026-01-15T14:28:50Z</dcterms:modified>
</cp:coreProperties>
</file>